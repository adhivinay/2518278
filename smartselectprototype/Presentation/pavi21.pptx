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8" r:id="rId3"/>
    <p:sldId id="259" r:id="rId4"/>
    <p:sldId id="260" r:id="rId5"/>
    <p:sldId id="264" r:id="rId6"/>
    <p:sldId id="262" r:id="rId7"/>
    <p:sldId id="265" r:id="rId8"/>
    <p:sldId id="261" r:id="rId9"/>
    <p:sldId id="266" r:id="rId10"/>
    <p:sldId id="267" r:id="rId11"/>
    <p:sldId id="263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86542" autoAdjust="0"/>
  </p:normalViewPr>
  <p:slideViewPr>
    <p:cSldViewPr snapToGrid="0">
      <p:cViewPr varScale="1">
        <p:scale>
          <a:sx n="58" d="100"/>
          <a:sy n="58" d="100"/>
        </p:scale>
        <p:origin x="114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86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4C18E4-E836-4DAB-A611-0AE8235BC7C1}" type="doc">
      <dgm:prSet loTypeId="urn:microsoft.com/office/officeart/2005/8/layout/process5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3933441-5002-462E-96AD-1BF22DCB6668}">
      <dgm:prSet phldrT="[Text]" custT="1"/>
      <dgm:spPr/>
      <dgm:t>
        <a:bodyPr/>
        <a:lstStyle/>
        <a:p>
          <a:r>
            <a:rPr lang="en-IN" sz="1800" b="1" dirty="0">
              <a:latin typeface="+mn-lt"/>
            </a:rPr>
            <a:t>Users input questions</a:t>
          </a:r>
        </a:p>
      </dgm:t>
    </dgm:pt>
    <dgm:pt modelId="{5EADF39A-12B0-4F59-B38F-AC52701F37D9}" type="parTrans" cxnId="{BDF6FE44-AC4A-4113-ACFB-15683C27E782}">
      <dgm:prSet/>
      <dgm:spPr/>
      <dgm:t>
        <a:bodyPr/>
        <a:lstStyle/>
        <a:p>
          <a:endParaRPr lang="en-IN"/>
        </a:p>
      </dgm:t>
    </dgm:pt>
    <dgm:pt modelId="{2954DF7D-E53E-4835-A4A1-81A8A7806514}" type="sibTrans" cxnId="{BDF6FE44-AC4A-4113-ACFB-15683C27E782}">
      <dgm:prSet/>
      <dgm:spPr/>
      <dgm:t>
        <a:bodyPr/>
        <a:lstStyle/>
        <a:p>
          <a:endParaRPr lang="en-IN"/>
        </a:p>
      </dgm:t>
    </dgm:pt>
    <dgm:pt modelId="{9286CEA0-1AC8-4FAE-A2D0-14AA8A813870}">
      <dgm:prSet phldrT="[Text]" custT="1"/>
      <dgm:spPr/>
      <dgm:t>
        <a:bodyPr/>
        <a:lstStyle/>
        <a:p>
          <a:r>
            <a:rPr lang="en-IN" sz="1800" b="1" dirty="0">
              <a:latin typeface="+mn-lt"/>
            </a:rPr>
            <a:t>Select AI platforms(Gemini/</a:t>
          </a:r>
          <a:r>
            <a:rPr lang="en-IN" sz="1800" b="1" dirty="0" err="1">
              <a:latin typeface="+mn-lt"/>
            </a:rPr>
            <a:t>chatGPT</a:t>
          </a:r>
          <a:r>
            <a:rPr lang="en-IN" sz="1800" b="1" dirty="0">
              <a:latin typeface="+mn-lt"/>
            </a:rPr>
            <a:t>/copilot/grok)</a:t>
          </a:r>
        </a:p>
      </dgm:t>
    </dgm:pt>
    <dgm:pt modelId="{1FC8F5FE-DE79-4B42-B4B3-00BDD7828047}" type="parTrans" cxnId="{12C3FE45-6B9B-494B-AD8E-C0E43078B6B9}">
      <dgm:prSet/>
      <dgm:spPr/>
      <dgm:t>
        <a:bodyPr/>
        <a:lstStyle/>
        <a:p>
          <a:endParaRPr lang="en-IN"/>
        </a:p>
      </dgm:t>
    </dgm:pt>
    <dgm:pt modelId="{5A02263C-1DA0-4883-A67E-54CE500029A1}" type="sibTrans" cxnId="{12C3FE45-6B9B-494B-AD8E-C0E43078B6B9}">
      <dgm:prSet/>
      <dgm:spPr/>
      <dgm:t>
        <a:bodyPr/>
        <a:lstStyle/>
        <a:p>
          <a:endParaRPr lang="en-IN"/>
        </a:p>
      </dgm:t>
    </dgm:pt>
    <dgm:pt modelId="{C9E9D42E-46A8-4E82-B15D-ED12DA87754B}">
      <dgm:prSet phldrT="[Text]" custT="1"/>
      <dgm:spPr/>
      <dgm:t>
        <a:bodyPr/>
        <a:lstStyle/>
        <a:p>
          <a:r>
            <a:rPr lang="en-IN" sz="1800" b="1" dirty="0"/>
            <a:t>Receive Responses from platforms</a:t>
          </a:r>
        </a:p>
      </dgm:t>
    </dgm:pt>
    <dgm:pt modelId="{BBFEEE4A-3459-40B2-9B71-4D27395C551B}" type="parTrans" cxnId="{791E2480-394D-415F-A2FE-05C8472A1CCB}">
      <dgm:prSet/>
      <dgm:spPr/>
      <dgm:t>
        <a:bodyPr/>
        <a:lstStyle/>
        <a:p>
          <a:endParaRPr lang="en-IN"/>
        </a:p>
      </dgm:t>
    </dgm:pt>
    <dgm:pt modelId="{940B986B-3E1C-4502-9558-03D4E9827959}" type="sibTrans" cxnId="{791E2480-394D-415F-A2FE-05C8472A1CCB}">
      <dgm:prSet/>
      <dgm:spPr/>
      <dgm:t>
        <a:bodyPr/>
        <a:lstStyle/>
        <a:p>
          <a:endParaRPr lang="en-IN"/>
        </a:p>
      </dgm:t>
    </dgm:pt>
    <dgm:pt modelId="{FECEC79A-7921-4976-AD95-2FA9397F16F4}">
      <dgm:prSet phldrT="[Text]" custT="1"/>
      <dgm:spPr/>
      <dgm:t>
        <a:bodyPr/>
        <a:lstStyle/>
        <a:p>
          <a:r>
            <a:rPr lang="en-IN" sz="1800" b="1" dirty="0"/>
            <a:t>User picks the best answer from a platforms</a:t>
          </a:r>
        </a:p>
      </dgm:t>
    </dgm:pt>
    <dgm:pt modelId="{CD838153-3CEC-4A6E-A0E1-60392026E3D1}" type="parTrans" cxnId="{9BB0C0A1-D43F-445C-8C6A-4AD55407F307}">
      <dgm:prSet/>
      <dgm:spPr/>
      <dgm:t>
        <a:bodyPr/>
        <a:lstStyle/>
        <a:p>
          <a:endParaRPr lang="en-IN"/>
        </a:p>
      </dgm:t>
    </dgm:pt>
    <dgm:pt modelId="{5D2AC159-5AF0-4182-BE3D-E4094038BEA7}" type="sibTrans" cxnId="{9BB0C0A1-D43F-445C-8C6A-4AD55407F307}">
      <dgm:prSet/>
      <dgm:spPr/>
      <dgm:t>
        <a:bodyPr/>
        <a:lstStyle/>
        <a:p>
          <a:endParaRPr lang="en-IN"/>
        </a:p>
      </dgm:t>
    </dgm:pt>
    <dgm:pt modelId="{D1180457-9BD3-46DC-854E-EAAECE4889F6}" type="pres">
      <dgm:prSet presAssocID="{174C18E4-E836-4DAB-A611-0AE8235BC7C1}" presName="diagram" presStyleCnt="0">
        <dgm:presLayoutVars>
          <dgm:dir/>
          <dgm:resizeHandles val="exact"/>
        </dgm:presLayoutVars>
      </dgm:prSet>
      <dgm:spPr/>
    </dgm:pt>
    <dgm:pt modelId="{812B096C-DBD1-45B6-AC24-ED53ADCF9435}" type="pres">
      <dgm:prSet presAssocID="{43933441-5002-462E-96AD-1BF22DCB6668}" presName="node" presStyleLbl="node1" presStyleIdx="0" presStyleCnt="4">
        <dgm:presLayoutVars>
          <dgm:bulletEnabled val="1"/>
        </dgm:presLayoutVars>
      </dgm:prSet>
      <dgm:spPr/>
    </dgm:pt>
    <dgm:pt modelId="{7A351F9A-E497-4F08-9DD2-8A466C3710BC}" type="pres">
      <dgm:prSet presAssocID="{2954DF7D-E53E-4835-A4A1-81A8A7806514}" presName="sibTrans" presStyleLbl="sibTrans2D1" presStyleIdx="0" presStyleCnt="3"/>
      <dgm:spPr/>
    </dgm:pt>
    <dgm:pt modelId="{8D40C017-1F0E-4FD0-97B4-8DFAF8AD605F}" type="pres">
      <dgm:prSet presAssocID="{2954DF7D-E53E-4835-A4A1-81A8A7806514}" presName="connectorText" presStyleLbl="sibTrans2D1" presStyleIdx="0" presStyleCnt="3"/>
      <dgm:spPr/>
    </dgm:pt>
    <dgm:pt modelId="{877A08A5-137A-4077-B665-CD897E1FD527}" type="pres">
      <dgm:prSet presAssocID="{9286CEA0-1AC8-4FAE-A2D0-14AA8A813870}" presName="node" presStyleLbl="node1" presStyleIdx="1" presStyleCnt="4">
        <dgm:presLayoutVars>
          <dgm:bulletEnabled val="1"/>
        </dgm:presLayoutVars>
      </dgm:prSet>
      <dgm:spPr/>
    </dgm:pt>
    <dgm:pt modelId="{EE5DFD06-0C2F-4419-B53B-BB56531FC69C}" type="pres">
      <dgm:prSet presAssocID="{5A02263C-1DA0-4883-A67E-54CE500029A1}" presName="sibTrans" presStyleLbl="sibTrans2D1" presStyleIdx="1" presStyleCnt="3"/>
      <dgm:spPr/>
    </dgm:pt>
    <dgm:pt modelId="{188717F5-8E83-4818-A0D6-EBA8BCBA47B9}" type="pres">
      <dgm:prSet presAssocID="{5A02263C-1DA0-4883-A67E-54CE500029A1}" presName="connectorText" presStyleLbl="sibTrans2D1" presStyleIdx="1" presStyleCnt="3"/>
      <dgm:spPr/>
    </dgm:pt>
    <dgm:pt modelId="{4DD11099-265F-469A-B7E4-33E1A03C1B1A}" type="pres">
      <dgm:prSet presAssocID="{C9E9D42E-46A8-4E82-B15D-ED12DA87754B}" presName="node" presStyleLbl="node1" presStyleIdx="2" presStyleCnt="4">
        <dgm:presLayoutVars>
          <dgm:bulletEnabled val="1"/>
        </dgm:presLayoutVars>
      </dgm:prSet>
      <dgm:spPr/>
    </dgm:pt>
    <dgm:pt modelId="{DDE4DC42-BFF6-4767-8C61-9F6490192F55}" type="pres">
      <dgm:prSet presAssocID="{940B986B-3E1C-4502-9558-03D4E9827959}" presName="sibTrans" presStyleLbl="sibTrans2D1" presStyleIdx="2" presStyleCnt="3"/>
      <dgm:spPr/>
    </dgm:pt>
    <dgm:pt modelId="{851490E1-0DD8-45F6-BB59-C92240E0E6BE}" type="pres">
      <dgm:prSet presAssocID="{940B986B-3E1C-4502-9558-03D4E9827959}" presName="connectorText" presStyleLbl="sibTrans2D1" presStyleIdx="2" presStyleCnt="3"/>
      <dgm:spPr/>
    </dgm:pt>
    <dgm:pt modelId="{D44AD8F4-35DF-46F5-9404-0F38AB58F790}" type="pres">
      <dgm:prSet presAssocID="{FECEC79A-7921-4976-AD95-2FA9397F16F4}" presName="node" presStyleLbl="node1" presStyleIdx="3" presStyleCnt="4">
        <dgm:presLayoutVars>
          <dgm:bulletEnabled val="1"/>
        </dgm:presLayoutVars>
      </dgm:prSet>
      <dgm:spPr/>
    </dgm:pt>
  </dgm:ptLst>
  <dgm:cxnLst>
    <dgm:cxn modelId="{A36A821D-5DBC-470C-950B-92AEBF3AF17E}" type="presOf" srcId="{C9E9D42E-46A8-4E82-B15D-ED12DA87754B}" destId="{4DD11099-265F-469A-B7E4-33E1A03C1B1A}" srcOrd="0" destOrd="0" presId="urn:microsoft.com/office/officeart/2005/8/layout/process5"/>
    <dgm:cxn modelId="{BF568133-F33E-461F-9978-CD14A243426E}" type="presOf" srcId="{2954DF7D-E53E-4835-A4A1-81A8A7806514}" destId="{7A351F9A-E497-4F08-9DD2-8A466C3710BC}" srcOrd="0" destOrd="0" presId="urn:microsoft.com/office/officeart/2005/8/layout/process5"/>
    <dgm:cxn modelId="{64C0CF37-816A-4C15-9F89-1AC25EFCDDD8}" type="presOf" srcId="{2954DF7D-E53E-4835-A4A1-81A8A7806514}" destId="{8D40C017-1F0E-4FD0-97B4-8DFAF8AD605F}" srcOrd="1" destOrd="0" presId="urn:microsoft.com/office/officeart/2005/8/layout/process5"/>
    <dgm:cxn modelId="{BDF6FE44-AC4A-4113-ACFB-15683C27E782}" srcId="{174C18E4-E836-4DAB-A611-0AE8235BC7C1}" destId="{43933441-5002-462E-96AD-1BF22DCB6668}" srcOrd="0" destOrd="0" parTransId="{5EADF39A-12B0-4F59-B38F-AC52701F37D9}" sibTransId="{2954DF7D-E53E-4835-A4A1-81A8A7806514}"/>
    <dgm:cxn modelId="{12C3FE45-6B9B-494B-AD8E-C0E43078B6B9}" srcId="{174C18E4-E836-4DAB-A611-0AE8235BC7C1}" destId="{9286CEA0-1AC8-4FAE-A2D0-14AA8A813870}" srcOrd="1" destOrd="0" parTransId="{1FC8F5FE-DE79-4B42-B4B3-00BDD7828047}" sibTransId="{5A02263C-1DA0-4883-A67E-54CE500029A1}"/>
    <dgm:cxn modelId="{8BC82878-7584-402C-AF43-1673582EAD42}" type="presOf" srcId="{5A02263C-1DA0-4883-A67E-54CE500029A1}" destId="{188717F5-8E83-4818-A0D6-EBA8BCBA47B9}" srcOrd="1" destOrd="0" presId="urn:microsoft.com/office/officeart/2005/8/layout/process5"/>
    <dgm:cxn modelId="{791E2480-394D-415F-A2FE-05C8472A1CCB}" srcId="{174C18E4-E836-4DAB-A611-0AE8235BC7C1}" destId="{C9E9D42E-46A8-4E82-B15D-ED12DA87754B}" srcOrd="2" destOrd="0" parTransId="{BBFEEE4A-3459-40B2-9B71-4D27395C551B}" sibTransId="{940B986B-3E1C-4502-9558-03D4E9827959}"/>
    <dgm:cxn modelId="{F4A16B83-1DA1-4BCB-88F2-FB53B07ED46E}" type="presOf" srcId="{43933441-5002-462E-96AD-1BF22DCB6668}" destId="{812B096C-DBD1-45B6-AC24-ED53ADCF9435}" srcOrd="0" destOrd="0" presId="urn:microsoft.com/office/officeart/2005/8/layout/process5"/>
    <dgm:cxn modelId="{33118993-3FDE-4033-A751-51A4B419CDEA}" type="presOf" srcId="{940B986B-3E1C-4502-9558-03D4E9827959}" destId="{851490E1-0DD8-45F6-BB59-C92240E0E6BE}" srcOrd="1" destOrd="0" presId="urn:microsoft.com/office/officeart/2005/8/layout/process5"/>
    <dgm:cxn modelId="{9BB0C0A1-D43F-445C-8C6A-4AD55407F307}" srcId="{174C18E4-E836-4DAB-A611-0AE8235BC7C1}" destId="{FECEC79A-7921-4976-AD95-2FA9397F16F4}" srcOrd="3" destOrd="0" parTransId="{CD838153-3CEC-4A6E-A0E1-60392026E3D1}" sibTransId="{5D2AC159-5AF0-4182-BE3D-E4094038BEA7}"/>
    <dgm:cxn modelId="{75876EDA-FE63-4473-B0D2-D5A12EA09259}" type="presOf" srcId="{5A02263C-1DA0-4883-A67E-54CE500029A1}" destId="{EE5DFD06-0C2F-4419-B53B-BB56531FC69C}" srcOrd="0" destOrd="0" presId="urn:microsoft.com/office/officeart/2005/8/layout/process5"/>
    <dgm:cxn modelId="{87227BDA-F8AB-491F-8701-ACECEAFDE501}" type="presOf" srcId="{174C18E4-E836-4DAB-A611-0AE8235BC7C1}" destId="{D1180457-9BD3-46DC-854E-EAAECE4889F6}" srcOrd="0" destOrd="0" presId="urn:microsoft.com/office/officeart/2005/8/layout/process5"/>
    <dgm:cxn modelId="{E76903DE-998D-478B-BC95-965289C505EE}" type="presOf" srcId="{FECEC79A-7921-4976-AD95-2FA9397F16F4}" destId="{D44AD8F4-35DF-46F5-9404-0F38AB58F790}" srcOrd="0" destOrd="0" presId="urn:microsoft.com/office/officeart/2005/8/layout/process5"/>
    <dgm:cxn modelId="{6B2954E1-58D7-4049-924D-262FAA3E749B}" type="presOf" srcId="{940B986B-3E1C-4502-9558-03D4E9827959}" destId="{DDE4DC42-BFF6-4767-8C61-9F6490192F55}" srcOrd="0" destOrd="0" presId="urn:microsoft.com/office/officeart/2005/8/layout/process5"/>
    <dgm:cxn modelId="{69F877FE-6C8C-4048-BD05-B693F34BCE32}" type="presOf" srcId="{9286CEA0-1AC8-4FAE-A2D0-14AA8A813870}" destId="{877A08A5-137A-4077-B665-CD897E1FD527}" srcOrd="0" destOrd="0" presId="urn:microsoft.com/office/officeart/2005/8/layout/process5"/>
    <dgm:cxn modelId="{55C46D3B-5B73-46B7-A5F3-940CEE255387}" type="presParOf" srcId="{D1180457-9BD3-46DC-854E-EAAECE4889F6}" destId="{812B096C-DBD1-45B6-AC24-ED53ADCF9435}" srcOrd="0" destOrd="0" presId="urn:microsoft.com/office/officeart/2005/8/layout/process5"/>
    <dgm:cxn modelId="{85228BCD-54CC-4479-99E6-B5994E50E730}" type="presParOf" srcId="{D1180457-9BD3-46DC-854E-EAAECE4889F6}" destId="{7A351F9A-E497-4F08-9DD2-8A466C3710BC}" srcOrd="1" destOrd="0" presId="urn:microsoft.com/office/officeart/2005/8/layout/process5"/>
    <dgm:cxn modelId="{D514609D-A9D7-46DF-A924-4E202464AD7D}" type="presParOf" srcId="{7A351F9A-E497-4F08-9DD2-8A466C3710BC}" destId="{8D40C017-1F0E-4FD0-97B4-8DFAF8AD605F}" srcOrd="0" destOrd="0" presId="urn:microsoft.com/office/officeart/2005/8/layout/process5"/>
    <dgm:cxn modelId="{0C28983F-8922-4AF3-B2DE-ED411EEF5EE4}" type="presParOf" srcId="{D1180457-9BD3-46DC-854E-EAAECE4889F6}" destId="{877A08A5-137A-4077-B665-CD897E1FD527}" srcOrd="2" destOrd="0" presId="urn:microsoft.com/office/officeart/2005/8/layout/process5"/>
    <dgm:cxn modelId="{16990404-59B7-40ED-8870-DD2FEB86BFAA}" type="presParOf" srcId="{D1180457-9BD3-46DC-854E-EAAECE4889F6}" destId="{EE5DFD06-0C2F-4419-B53B-BB56531FC69C}" srcOrd="3" destOrd="0" presId="urn:microsoft.com/office/officeart/2005/8/layout/process5"/>
    <dgm:cxn modelId="{5C6C8017-992E-4CD5-B74D-4727E538B274}" type="presParOf" srcId="{EE5DFD06-0C2F-4419-B53B-BB56531FC69C}" destId="{188717F5-8E83-4818-A0D6-EBA8BCBA47B9}" srcOrd="0" destOrd="0" presId="urn:microsoft.com/office/officeart/2005/8/layout/process5"/>
    <dgm:cxn modelId="{92768355-CC02-44A7-A8BE-CF520A88EC9F}" type="presParOf" srcId="{D1180457-9BD3-46DC-854E-EAAECE4889F6}" destId="{4DD11099-265F-469A-B7E4-33E1A03C1B1A}" srcOrd="4" destOrd="0" presId="urn:microsoft.com/office/officeart/2005/8/layout/process5"/>
    <dgm:cxn modelId="{6331745D-A8F2-44D6-8150-81A95F971675}" type="presParOf" srcId="{D1180457-9BD3-46DC-854E-EAAECE4889F6}" destId="{DDE4DC42-BFF6-4767-8C61-9F6490192F55}" srcOrd="5" destOrd="0" presId="urn:microsoft.com/office/officeart/2005/8/layout/process5"/>
    <dgm:cxn modelId="{0A8B71F3-C0C2-48AF-9B71-231959E61A12}" type="presParOf" srcId="{DDE4DC42-BFF6-4767-8C61-9F6490192F55}" destId="{851490E1-0DD8-45F6-BB59-C92240E0E6BE}" srcOrd="0" destOrd="0" presId="urn:microsoft.com/office/officeart/2005/8/layout/process5"/>
    <dgm:cxn modelId="{BCD72EAC-76DB-4AE4-B9D1-60F5BDBD0BE0}" type="presParOf" srcId="{D1180457-9BD3-46DC-854E-EAAECE4889F6}" destId="{D44AD8F4-35DF-46F5-9404-0F38AB58F790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42399E-FC6F-42D7-B2FB-688619A8A75C}" type="doc">
      <dgm:prSet loTypeId="urn:microsoft.com/office/officeart/2005/8/layout/cycle3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6276EEE-C5D9-4663-B63B-759CBB0BEFD7}">
      <dgm:prSet phldrT="[Text]"/>
      <dgm:spPr/>
      <dgm:t>
        <a:bodyPr/>
        <a:lstStyle/>
        <a:p>
          <a:r>
            <a:rPr lang="en-IN" b="1" dirty="0">
              <a:latin typeface="+mn-lt"/>
            </a:rPr>
            <a:t>Minimalist UI design</a:t>
          </a:r>
        </a:p>
      </dgm:t>
    </dgm:pt>
    <dgm:pt modelId="{C48B35B2-C480-49DC-8C77-352B67425A01}" type="parTrans" cxnId="{BA28CFC4-4AAE-4F77-9B3F-6D89A2D18777}">
      <dgm:prSet/>
      <dgm:spPr/>
      <dgm:t>
        <a:bodyPr/>
        <a:lstStyle/>
        <a:p>
          <a:endParaRPr lang="en-IN"/>
        </a:p>
      </dgm:t>
    </dgm:pt>
    <dgm:pt modelId="{A0AA67FF-7126-491C-BF5B-1FEDCE8AD5B8}" type="sibTrans" cxnId="{BA28CFC4-4AAE-4F77-9B3F-6D89A2D18777}">
      <dgm:prSet/>
      <dgm:spPr/>
      <dgm:t>
        <a:bodyPr/>
        <a:lstStyle/>
        <a:p>
          <a:endParaRPr lang="en-IN"/>
        </a:p>
      </dgm:t>
    </dgm:pt>
    <dgm:pt modelId="{76DE928C-5DC1-4EFD-ADB8-D30886034BE8}">
      <dgm:prSet phldrT="[Text]" custT="1"/>
      <dgm:spPr/>
      <dgm:t>
        <a:bodyPr/>
        <a:lstStyle/>
        <a:p>
          <a:r>
            <a:rPr lang="en-IN" sz="2000" b="1" dirty="0"/>
            <a:t>Reusable Backend Proxy</a:t>
          </a:r>
        </a:p>
      </dgm:t>
    </dgm:pt>
    <dgm:pt modelId="{DFF30CE7-2FEB-4575-B4D6-E35A24059933}" type="parTrans" cxnId="{AF42E009-F334-4628-90A9-CDD9CE2A2780}">
      <dgm:prSet/>
      <dgm:spPr/>
      <dgm:t>
        <a:bodyPr/>
        <a:lstStyle/>
        <a:p>
          <a:endParaRPr lang="en-IN"/>
        </a:p>
      </dgm:t>
    </dgm:pt>
    <dgm:pt modelId="{B9503B96-9646-4CA7-950C-EB67CDCE8713}" type="sibTrans" cxnId="{AF42E009-F334-4628-90A9-CDD9CE2A2780}">
      <dgm:prSet/>
      <dgm:spPr/>
      <dgm:t>
        <a:bodyPr/>
        <a:lstStyle/>
        <a:p>
          <a:endParaRPr lang="en-IN"/>
        </a:p>
      </dgm:t>
    </dgm:pt>
    <dgm:pt modelId="{F1240888-176B-4C3E-BDC6-89FE860276CC}">
      <dgm:prSet phldrT="[Text]"/>
      <dgm:spPr/>
      <dgm:t>
        <a:bodyPr/>
        <a:lstStyle/>
        <a:p>
          <a:r>
            <a:rPr lang="en-IN" b="1" dirty="0"/>
            <a:t>Split Layout</a:t>
          </a:r>
        </a:p>
      </dgm:t>
    </dgm:pt>
    <dgm:pt modelId="{9E80023B-CC8D-4A77-82DE-A0DF94AD7CA4}" type="parTrans" cxnId="{C80D7878-25F9-4736-93BA-1958A47C0E37}">
      <dgm:prSet/>
      <dgm:spPr/>
      <dgm:t>
        <a:bodyPr/>
        <a:lstStyle/>
        <a:p>
          <a:endParaRPr lang="en-IN"/>
        </a:p>
      </dgm:t>
    </dgm:pt>
    <dgm:pt modelId="{799A71E3-F01E-4A49-A9B0-D231C53D4421}" type="sibTrans" cxnId="{C80D7878-25F9-4736-93BA-1958A47C0E37}">
      <dgm:prSet/>
      <dgm:spPr/>
      <dgm:t>
        <a:bodyPr/>
        <a:lstStyle/>
        <a:p>
          <a:endParaRPr lang="en-IN"/>
        </a:p>
      </dgm:t>
    </dgm:pt>
    <dgm:pt modelId="{BCE106BE-8EBC-4FC8-A20C-3D5BDE296122}">
      <dgm:prSet phldrT="[Text]"/>
      <dgm:spPr/>
      <dgm:t>
        <a:bodyPr/>
        <a:lstStyle/>
        <a:p>
          <a:r>
            <a:rPr lang="en-IN" b="1" dirty="0"/>
            <a:t>Platform Selector Dropdown</a:t>
          </a:r>
        </a:p>
      </dgm:t>
    </dgm:pt>
    <dgm:pt modelId="{41523A53-1407-47E4-80A3-480DB572EDFB}" type="parTrans" cxnId="{85556878-8DA4-4181-A2FE-6A0B770C868D}">
      <dgm:prSet/>
      <dgm:spPr/>
      <dgm:t>
        <a:bodyPr/>
        <a:lstStyle/>
        <a:p>
          <a:endParaRPr lang="en-IN"/>
        </a:p>
      </dgm:t>
    </dgm:pt>
    <dgm:pt modelId="{0B3A34FD-39B7-4B61-BBE1-4D0A57C08564}" type="sibTrans" cxnId="{85556878-8DA4-4181-A2FE-6A0B770C868D}">
      <dgm:prSet/>
      <dgm:spPr/>
      <dgm:t>
        <a:bodyPr/>
        <a:lstStyle/>
        <a:p>
          <a:endParaRPr lang="en-IN"/>
        </a:p>
      </dgm:t>
    </dgm:pt>
    <dgm:pt modelId="{0D331CCC-37B6-491B-8675-95FF01C3E698}">
      <dgm:prSet phldrT="[Text]" custT="1"/>
      <dgm:spPr/>
      <dgm:t>
        <a:bodyPr/>
        <a:lstStyle/>
        <a:p>
          <a:r>
            <a:rPr lang="en-IN" sz="2000" b="1" dirty="0"/>
            <a:t>Real time Response Display</a:t>
          </a:r>
        </a:p>
      </dgm:t>
    </dgm:pt>
    <dgm:pt modelId="{E04DE499-9BAF-4D1F-B6F0-6E446F1316B3}" type="parTrans" cxnId="{A68E5199-67DA-43B5-9939-780DDDEF0615}">
      <dgm:prSet/>
      <dgm:spPr/>
      <dgm:t>
        <a:bodyPr/>
        <a:lstStyle/>
        <a:p>
          <a:endParaRPr lang="en-IN"/>
        </a:p>
      </dgm:t>
    </dgm:pt>
    <dgm:pt modelId="{42F01DD3-E68B-42AD-8047-BDF1AA4921F5}" type="sibTrans" cxnId="{A68E5199-67DA-43B5-9939-780DDDEF0615}">
      <dgm:prSet/>
      <dgm:spPr/>
      <dgm:t>
        <a:bodyPr/>
        <a:lstStyle/>
        <a:p>
          <a:endParaRPr lang="en-IN"/>
        </a:p>
      </dgm:t>
    </dgm:pt>
    <dgm:pt modelId="{CCBA846E-0BC6-4FE9-B2E5-33CAD3B86A2E}">
      <dgm:prSet phldrT="[Text]" custT="1"/>
      <dgm:spPr/>
      <dgm:t>
        <a:bodyPr/>
        <a:lstStyle/>
        <a:p>
          <a:r>
            <a:rPr lang="en-IN" sz="2000" b="1" dirty="0"/>
            <a:t>Modular Code Structure</a:t>
          </a:r>
        </a:p>
      </dgm:t>
    </dgm:pt>
    <dgm:pt modelId="{AA096CCB-8D00-4983-BF27-5C9FE2D6E577}" type="parTrans" cxnId="{1C7559A9-4DFD-4989-A0A5-0E32A32A3714}">
      <dgm:prSet/>
      <dgm:spPr/>
      <dgm:t>
        <a:bodyPr/>
        <a:lstStyle/>
        <a:p>
          <a:endParaRPr lang="en-IN"/>
        </a:p>
      </dgm:t>
    </dgm:pt>
    <dgm:pt modelId="{1F1E1BFE-32BA-424A-BE5C-CD045576D4F0}" type="sibTrans" cxnId="{1C7559A9-4DFD-4989-A0A5-0E32A32A3714}">
      <dgm:prSet/>
      <dgm:spPr/>
      <dgm:t>
        <a:bodyPr/>
        <a:lstStyle/>
        <a:p>
          <a:endParaRPr lang="en-IN"/>
        </a:p>
      </dgm:t>
    </dgm:pt>
    <dgm:pt modelId="{0162EAFF-0375-430A-ABF2-287F44A1AB11}" type="pres">
      <dgm:prSet presAssocID="{F242399E-FC6F-42D7-B2FB-688619A8A75C}" presName="Name0" presStyleCnt="0">
        <dgm:presLayoutVars>
          <dgm:dir/>
          <dgm:resizeHandles val="exact"/>
        </dgm:presLayoutVars>
      </dgm:prSet>
      <dgm:spPr/>
    </dgm:pt>
    <dgm:pt modelId="{01A1613A-1742-4ECC-A998-83C6873AAD91}" type="pres">
      <dgm:prSet presAssocID="{F242399E-FC6F-42D7-B2FB-688619A8A75C}" presName="cycle" presStyleCnt="0"/>
      <dgm:spPr/>
    </dgm:pt>
    <dgm:pt modelId="{C0B52813-5281-48CC-A7F7-8659657BC851}" type="pres">
      <dgm:prSet presAssocID="{16276EEE-C5D9-4663-B63B-759CBB0BEFD7}" presName="nodeFirstNode" presStyleLbl="node1" presStyleIdx="0" presStyleCnt="6">
        <dgm:presLayoutVars>
          <dgm:bulletEnabled val="1"/>
        </dgm:presLayoutVars>
      </dgm:prSet>
      <dgm:spPr/>
    </dgm:pt>
    <dgm:pt modelId="{F85CC666-4124-4415-A6B9-1F3D9F6E2DD3}" type="pres">
      <dgm:prSet presAssocID="{A0AA67FF-7126-491C-BF5B-1FEDCE8AD5B8}" presName="sibTransFirstNode" presStyleLbl="bgShp" presStyleIdx="0" presStyleCnt="1"/>
      <dgm:spPr/>
    </dgm:pt>
    <dgm:pt modelId="{27975F52-93D2-47F7-9995-3705738BB63C}" type="pres">
      <dgm:prSet presAssocID="{F1240888-176B-4C3E-BDC6-89FE860276CC}" presName="nodeFollowingNodes" presStyleLbl="node1" presStyleIdx="1" presStyleCnt="6">
        <dgm:presLayoutVars>
          <dgm:bulletEnabled val="1"/>
        </dgm:presLayoutVars>
      </dgm:prSet>
      <dgm:spPr/>
    </dgm:pt>
    <dgm:pt modelId="{3A4EA327-4374-4545-9DF7-E8E28805218B}" type="pres">
      <dgm:prSet presAssocID="{BCE106BE-8EBC-4FC8-A20C-3D5BDE296122}" presName="nodeFollowingNodes" presStyleLbl="node1" presStyleIdx="2" presStyleCnt="6">
        <dgm:presLayoutVars>
          <dgm:bulletEnabled val="1"/>
        </dgm:presLayoutVars>
      </dgm:prSet>
      <dgm:spPr/>
    </dgm:pt>
    <dgm:pt modelId="{9FE5C19B-0447-43F7-8A5F-18BB940996AD}" type="pres">
      <dgm:prSet presAssocID="{76DE928C-5DC1-4EFD-ADB8-D30886034BE8}" presName="nodeFollowingNodes" presStyleLbl="node1" presStyleIdx="3" presStyleCnt="6">
        <dgm:presLayoutVars>
          <dgm:bulletEnabled val="1"/>
        </dgm:presLayoutVars>
      </dgm:prSet>
      <dgm:spPr/>
    </dgm:pt>
    <dgm:pt modelId="{C0326EC5-8D05-40CC-B32F-80E06C70A2DD}" type="pres">
      <dgm:prSet presAssocID="{0D331CCC-37B6-491B-8675-95FF01C3E698}" presName="nodeFollowingNodes" presStyleLbl="node1" presStyleIdx="4" presStyleCnt="6">
        <dgm:presLayoutVars>
          <dgm:bulletEnabled val="1"/>
        </dgm:presLayoutVars>
      </dgm:prSet>
      <dgm:spPr/>
    </dgm:pt>
    <dgm:pt modelId="{4EFAD0C4-4A37-4067-B7A6-90ED0F6F6513}" type="pres">
      <dgm:prSet presAssocID="{CCBA846E-0BC6-4FE9-B2E5-33CAD3B86A2E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7E5A4E02-C5DA-47C9-8AB1-03A7BC81CE10}" type="presOf" srcId="{16276EEE-C5D9-4663-B63B-759CBB0BEFD7}" destId="{C0B52813-5281-48CC-A7F7-8659657BC851}" srcOrd="0" destOrd="0" presId="urn:microsoft.com/office/officeart/2005/8/layout/cycle3"/>
    <dgm:cxn modelId="{8486EA07-2CC1-4AA9-9DCB-403491F6B1D4}" type="presOf" srcId="{A0AA67FF-7126-491C-BF5B-1FEDCE8AD5B8}" destId="{F85CC666-4124-4415-A6B9-1F3D9F6E2DD3}" srcOrd="0" destOrd="0" presId="urn:microsoft.com/office/officeart/2005/8/layout/cycle3"/>
    <dgm:cxn modelId="{AF42E009-F334-4628-90A9-CDD9CE2A2780}" srcId="{F242399E-FC6F-42D7-B2FB-688619A8A75C}" destId="{76DE928C-5DC1-4EFD-ADB8-D30886034BE8}" srcOrd="3" destOrd="0" parTransId="{DFF30CE7-2FEB-4575-B4D6-E35A24059933}" sibTransId="{B9503B96-9646-4CA7-950C-EB67CDCE8713}"/>
    <dgm:cxn modelId="{EECEDC3B-72A6-43A7-8C87-036C650339B6}" type="presOf" srcId="{CCBA846E-0BC6-4FE9-B2E5-33CAD3B86A2E}" destId="{4EFAD0C4-4A37-4067-B7A6-90ED0F6F6513}" srcOrd="0" destOrd="0" presId="urn:microsoft.com/office/officeart/2005/8/layout/cycle3"/>
    <dgm:cxn modelId="{FF5E2269-7B80-437E-BCA1-8586D154E66E}" type="presOf" srcId="{BCE106BE-8EBC-4FC8-A20C-3D5BDE296122}" destId="{3A4EA327-4374-4545-9DF7-E8E28805218B}" srcOrd="0" destOrd="0" presId="urn:microsoft.com/office/officeart/2005/8/layout/cycle3"/>
    <dgm:cxn modelId="{12D6054F-BB6C-42C6-B15F-EBD3134566F6}" type="presOf" srcId="{F1240888-176B-4C3E-BDC6-89FE860276CC}" destId="{27975F52-93D2-47F7-9995-3705738BB63C}" srcOrd="0" destOrd="0" presId="urn:microsoft.com/office/officeart/2005/8/layout/cycle3"/>
    <dgm:cxn modelId="{4E172778-83CF-4A4E-822D-172F9D9B5CAA}" type="presOf" srcId="{76DE928C-5DC1-4EFD-ADB8-D30886034BE8}" destId="{9FE5C19B-0447-43F7-8A5F-18BB940996AD}" srcOrd="0" destOrd="0" presId="urn:microsoft.com/office/officeart/2005/8/layout/cycle3"/>
    <dgm:cxn modelId="{85556878-8DA4-4181-A2FE-6A0B770C868D}" srcId="{F242399E-FC6F-42D7-B2FB-688619A8A75C}" destId="{BCE106BE-8EBC-4FC8-A20C-3D5BDE296122}" srcOrd="2" destOrd="0" parTransId="{41523A53-1407-47E4-80A3-480DB572EDFB}" sibTransId="{0B3A34FD-39B7-4B61-BBE1-4D0A57C08564}"/>
    <dgm:cxn modelId="{C80D7878-25F9-4736-93BA-1958A47C0E37}" srcId="{F242399E-FC6F-42D7-B2FB-688619A8A75C}" destId="{F1240888-176B-4C3E-BDC6-89FE860276CC}" srcOrd="1" destOrd="0" parTransId="{9E80023B-CC8D-4A77-82DE-A0DF94AD7CA4}" sibTransId="{799A71E3-F01E-4A49-A9B0-D231C53D4421}"/>
    <dgm:cxn modelId="{A68E5199-67DA-43B5-9939-780DDDEF0615}" srcId="{F242399E-FC6F-42D7-B2FB-688619A8A75C}" destId="{0D331CCC-37B6-491B-8675-95FF01C3E698}" srcOrd="4" destOrd="0" parTransId="{E04DE499-9BAF-4D1F-B6F0-6E446F1316B3}" sibTransId="{42F01DD3-E68B-42AD-8047-BDF1AA4921F5}"/>
    <dgm:cxn modelId="{1C7559A9-4DFD-4989-A0A5-0E32A32A3714}" srcId="{F242399E-FC6F-42D7-B2FB-688619A8A75C}" destId="{CCBA846E-0BC6-4FE9-B2E5-33CAD3B86A2E}" srcOrd="5" destOrd="0" parTransId="{AA096CCB-8D00-4983-BF27-5C9FE2D6E577}" sibTransId="{1F1E1BFE-32BA-424A-BE5C-CD045576D4F0}"/>
    <dgm:cxn modelId="{0F4DA9B5-97DF-43A8-B2F3-E1063E0C8BED}" type="presOf" srcId="{0D331CCC-37B6-491B-8675-95FF01C3E698}" destId="{C0326EC5-8D05-40CC-B32F-80E06C70A2DD}" srcOrd="0" destOrd="0" presId="urn:microsoft.com/office/officeart/2005/8/layout/cycle3"/>
    <dgm:cxn modelId="{BA28CFC4-4AAE-4F77-9B3F-6D89A2D18777}" srcId="{F242399E-FC6F-42D7-B2FB-688619A8A75C}" destId="{16276EEE-C5D9-4663-B63B-759CBB0BEFD7}" srcOrd="0" destOrd="0" parTransId="{C48B35B2-C480-49DC-8C77-352B67425A01}" sibTransId="{A0AA67FF-7126-491C-BF5B-1FEDCE8AD5B8}"/>
    <dgm:cxn modelId="{AA1BD2C6-605F-45D7-B370-020A4F200555}" type="presOf" srcId="{F242399E-FC6F-42D7-B2FB-688619A8A75C}" destId="{0162EAFF-0375-430A-ABF2-287F44A1AB11}" srcOrd="0" destOrd="0" presId="urn:microsoft.com/office/officeart/2005/8/layout/cycle3"/>
    <dgm:cxn modelId="{4E16DAEA-DCAC-4E18-B01D-4B8ACA3C6D1C}" type="presParOf" srcId="{0162EAFF-0375-430A-ABF2-287F44A1AB11}" destId="{01A1613A-1742-4ECC-A998-83C6873AAD91}" srcOrd="0" destOrd="0" presId="urn:microsoft.com/office/officeart/2005/8/layout/cycle3"/>
    <dgm:cxn modelId="{4272C284-4C94-464F-9429-7B895889E28D}" type="presParOf" srcId="{01A1613A-1742-4ECC-A998-83C6873AAD91}" destId="{C0B52813-5281-48CC-A7F7-8659657BC851}" srcOrd="0" destOrd="0" presId="urn:microsoft.com/office/officeart/2005/8/layout/cycle3"/>
    <dgm:cxn modelId="{0FD4FBED-D861-4C0D-B4E5-72891036D547}" type="presParOf" srcId="{01A1613A-1742-4ECC-A998-83C6873AAD91}" destId="{F85CC666-4124-4415-A6B9-1F3D9F6E2DD3}" srcOrd="1" destOrd="0" presId="urn:microsoft.com/office/officeart/2005/8/layout/cycle3"/>
    <dgm:cxn modelId="{FAF756DC-C88A-498D-BADB-FF72B4FD28D2}" type="presParOf" srcId="{01A1613A-1742-4ECC-A998-83C6873AAD91}" destId="{27975F52-93D2-47F7-9995-3705738BB63C}" srcOrd="2" destOrd="0" presId="urn:microsoft.com/office/officeart/2005/8/layout/cycle3"/>
    <dgm:cxn modelId="{0DF0738D-1568-4271-91D7-0942DC79D69C}" type="presParOf" srcId="{01A1613A-1742-4ECC-A998-83C6873AAD91}" destId="{3A4EA327-4374-4545-9DF7-E8E28805218B}" srcOrd="3" destOrd="0" presId="urn:microsoft.com/office/officeart/2005/8/layout/cycle3"/>
    <dgm:cxn modelId="{C04D6BA2-3896-48B3-B5E6-DD90A8B3F474}" type="presParOf" srcId="{01A1613A-1742-4ECC-A998-83C6873AAD91}" destId="{9FE5C19B-0447-43F7-8A5F-18BB940996AD}" srcOrd="4" destOrd="0" presId="urn:microsoft.com/office/officeart/2005/8/layout/cycle3"/>
    <dgm:cxn modelId="{D55B7624-749D-4C91-84CE-8C63A7B761D0}" type="presParOf" srcId="{01A1613A-1742-4ECC-A998-83C6873AAD91}" destId="{C0326EC5-8D05-40CC-B32F-80E06C70A2DD}" srcOrd="5" destOrd="0" presId="urn:microsoft.com/office/officeart/2005/8/layout/cycle3"/>
    <dgm:cxn modelId="{349BED85-6CA8-45C2-931A-C625BAE137B2}" type="presParOf" srcId="{01A1613A-1742-4ECC-A998-83C6873AAD91}" destId="{4EFAD0C4-4A37-4067-B7A6-90ED0F6F6513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C1ACA5-57B4-4B0B-BFE6-A94F46AFBD26}" type="doc">
      <dgm:prSet loTypeId="urn:microsoft.com/office/officeart/2005/8/layout/list1" loCatId="list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05BCB9EB-BC66-4BE2-9872-2FFE0DD2C745}">
      <dgm:prSet phldrT="[Text]"/>
      <dgm:spPr/>
      <dgm:t>
        <a:bodyPr/>
        <a:lstStyle/>
        <a:p>
          <a:r>
            <a:rPr lang="en-IN" dirty="0"/>
            <a:t>API Access Limitations</a:t>
          </a:r>
        </a:p>
      </dgm:t>
    </dgm:pt>
    <dgm:pt modelId="{62553598-DE87-47AD-8C66-022556F42A45}" type="parTrans" cxnId="{453B2B85-B5C4-4E15-9DB3-4517CBFBFEA1}">
      <dgm:prSet/>
      <dgm:spPr/>
      <dgm:t>
        <a:bodyPr/>
        <a:lstStyle/>
        <a:p>
          <a:endParaRPr lang="en-IN"/>
        </a:p>
      </dgm:t>
    </dgm:pt>
    <dgm:pt modelId="{1466D16B-D113-47A5-85EA-CA4601ECB7D8}" type="sibTrans" cxnId="{453B2B85-B5C4-4E15-9DB3-4517CBFBFEA1}">
      <dgm:prSet/>
      <dgm:spPr/>
      <dgm:t>
        <a:bodyPr/>
        <a:lstStyle/>
        <a:p>
          <a:endParaRPr lang="en-IN"/>
        </a:p>
      </dgm:t>
    </dgm:pt>
    <dgm:pt modelId="{1877A777-0180-42C9-A937-24F426AB76C2}">
      <dgm:prSet phldrT="[Text]"/>
      <dgm:spPr/>
      <dgm:t>
        <a:bodyPr/>
        <a:lstStyle/>
        <a:p>
          <a:r>
            <a:rPr lang="en-IN" dirty="0"/>
            <a:t>Mobile Optimization</a:t>
          </a:r>
        </a:p>
      </dgm:t>
    </dgm:pt>
    <dgm:pt modelId="{31050B72-C215-45CD-9FFF-22E6A05DEF28}" type="parTrans" cxnId="{D00D47B9-377F-451A-AD79-F6C2C382413F}">
      <dgm:prSet/>
      <dgm:spPr/>
      <dgm:t>
        <a:bodyPr/>
        <a:lstStyle/>
        <a:p>
          <a:endParaRPr lang="en-IN"/>
        </a:p>
      </dgm:t>
    </dgm:pt>
    <dgm:pt modelId="{3FA4B66A-A4FD-4D12-80D3-D95459529B8C}" type="sibTrans" cxnId="{D00D47B9-377F-451A-AD79-F6C2C382413F}">
      <dgm:prSet/>
      <dgm:spPr/>
      <dgm:t>
        <a:bodyPr/>
        <a:lstStyle/>
        <a:p>
          <a:endParaRPr lang="en-IN"/>
        </a:p>
      </dgm:t>
    </dgm:pt>
    <dgm:pt modelId="{CCC74B11-7587-4162-97B3-FBE80D9AAF4D}">
      <dgm:prSet phldrT="[Text]"/>
      <dgm:spPr/>
      <dgm:t>
        <a:bodyPr/>
        <a:lstStyle/>
        <a:p>
          <a:r>
            <a:rPr lang="en-IN" dirty="0"/>
            <a:t>Real-Time Fetching</a:t>
          </a:r>
        </a:p>
      </dgm:t>
    </dgm:pt>
    <dgm:pt modelId="{F763B0DC-49C0-4F94-972C-A2D609D7ABA3}" type="parTrans" cxnId="{A5221D36-CA5E-4C46-B12D-CF5A155B867F}">
      <dgm:prSet/>
      <dgm:spPr/>
      <dgm:t>
        <a:bodyPr/>
        <a:lstStyle/>
        <a:p>
          <a:endParaRPr lang="en-IN"/>
        </a:p>
      </dgm:t>
    </dgm:pt>
    <dgm:pt modelId="{029A082B-ADD3-4009-8571-E570A830C00E}" type="sibTrans" cxnId="{A5221D36-CA5E-4C46-B12D-CF5A155B867F}">
      <dgm:prSet/>
      <dgm:spPr/>
      <dgm:t>
        <a:bodyPr/>
        <a:lstStyle/>
        <a:p>
          <a:endParaRPr lang="en-IN"/>
        </a:p>
      </dgm:t>
    </dgm:pt>
    <dgm:pt modelId="{8B4809C1-A54E-49C3-AA80-663189BFC5A8}">
      <dgm:prSet phldrT="[Text]"/>
      <dgm:spPr/>
      <dgm:t>
        <a:bodyPr/>
        <a:lstStyle/>
        <a:p>
          <a:r>
            <a:rPr lang="en-IN" dirty="0"/>
            <a:t>Integrating Multiple Platforms</a:t>
          </a:r>
        </a:p>
      </dgm:t>
    </dgm:pt>
    <dgm:pt modelId="{1B76B0BA-A9C9-4E78-B52E-85CDC767AF90}" type="parTrans" cxnId="{964F71E8-2B08-4722-9192-8F1726F05E13}">
      <dgm:prSet/>
      <dgm:spPr/>
      <dgm:t>
        <a:bodyPr/>
        <a:lstStyle/>
        <a:p>
          <a:endParaRPr lang="en-IN"/>
        </a:p>
      </dgm:t>
    </dgm:pt>
    <dgm:pt modelId="{AC0DA05E-0335-41A6-93CD-896E306EE570}" type="sibTrans" cxnId="{964F71E8-2B08-4722-9192-8F1726F05E13}">
      <dgm:prSet/>
      <dgm:spPr/>
      <dgm:t>
        <a:bodyPr/>
        <a:lstStyle/>
        <a:p>
          <a:endParaRPr lang="en-IN"/>
        </a:p>
      </dgm:t>
    </dgm:pt>
    <dgm:pt modelId="{F5D4EAC5-0BD5-4D79-9F05-B4E7281B8685}">
      <dgm:prSet phldrT="[Text]"/>
      <dgm:spPr/>
      <dgm:t>
        <a:bodyPr/>
        <a:lstStyle/>
        <a:p>
          <a:r>
            <a:rPr lang="en-IN" dirty="0"/>
            <a:t>UI Complexity</a:t>
          </a:r>
        </a:p>
      </dgm:t>
    </dgm:pt>
    <dgm:pt modelId="{558C2955-8E03-403E-9BBA-65D5176521CE}" type="parTrans" cxnId="{EDD12F5E-9385-49C8-8978-453A8FD0B603}">
      <dgm:prSet/>
      <dgm:spPr/>
      <dgm:t>
        <a:bodyPr/>
        <a:lstStyle/>
        <a:p>
          <a:endParaRPr lang="en-IN"/>
        </a:p>
      </dgm:t>
    </dgm:pt>
    <dgm:pt modelId="{6082932C-6A3E-416B-BD21-CB41BB1F6679}" type="sibTrans" cxnId="{EDD12F5E-9385-49C8-8978-453A8FD0B603}">
      <dgm:prSet/>
      <dgm:spPr/>
      <dgm:t>
        <a:bodyPr/>
        <a:lstStyle/>
        <a:p>
          <a:endParaRPr lang="en-IN"/>
        </a:p>
      </dgm:t>
    </dgm:pt>
    <dgm:pt modelId="{0DE59E6F-2362-4543-A806-3CA2522C0BF1}" type="pres">
      <dgm:prSet presAssocID="{7AC1ACA5-57B4-4B0B-BFE6-A94F46AFBD26}" presName="linear" presStyleCnt="0">
        <dgm:presLayoutVars>
          <dgm:dir/>
          <dgm:animLvl val="lvl"/>
          <dgm:resizeHandles val="exact"/>
        </dgm:presLayoutVars>
      </dgm:prSet>
      <dgm:spPr/>
    </dgm:pt>
    <dgm:pt modelId="{F53804BD-C89E-4740-BE2C-7E6D993BF91F}" type="pres">
      <dgm:prSet presAssocID="{05BCB9EB-BC66-4BE2-9872-2FFE0DD2C745}" presName="parentLin" presStyleCnt="0"/>
      <dgm:spPr/>
    </dgm:pt>
    <dgm:pt modelId="{B873B571-FF30-4B88-93BF-2EED4CD892EF}" type="pres">
      <dgm:prSet presAssocID="{05BCB9EB-BC66-4BE2-9872-2FFE0DD2C745}" presName="parentLeftMargin" presStyleLbl="node1" presStyleIdx="0" presStyleCnt="5"/>
      <dgm:spPr/>
    </dgm:pt>
    <dgm:pt modelId="{DDACC099-BC69-480B-8ECB-126FB3532E91}" type="pres">
      <dgm:prSet presAssocID="{05BCB9EB-BC66-4BE2-9872-2FFE0DD2C74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90C4BEC-9057-4B77-B493-3E91A0625E2A}" type="pres">
      <dgm:prSet presAssocID="{05BCB9EB-BC66-4BE2-9872-2FFE0DD2C745}" presName="negativeSpace" presStyleCnt="0"/>
      <dgm:spPr/>
    </dgm:pt>
    <dgm:pt modelId="{C082FA99-BC0F-41A2-9CF9-1BC192AF5E2E}" type="pres">
      <dgm:prSet presAssocID="{05BCB9EB-BC66-4BE2-9872-2FFE0DD2C745}" presName="childText" presStyleLbl="conFgAcc1" presStyleIdx="0" presStyleCnt="5">
        <dgm:presLayoutVars>
          <dgm:bulletEnabled val="1"/>
        </dgm:presLayoutVars>
      </dgm:prSet>
      <dgm:spPr/>
    </dgm:pt>
    <dgm:pt modelId="{6C124727-D00B-48DC-944C-69B1779D4444}" type="pres">
      <dgm:prSet presAssocID="{1466D16B-D113-47A5-85EA-CA4601ECB7D8}" presName="spaceBetweenRectangles" presStyleCnt="0"/>
      <dgm:spPr/>
    </dgm:pt>
    <dgm:pt modelId="{A6540B75-B75A-4168-8ECE-69BDA5064121}" type="pres">
      <dgm:prSet presAssocID="{8B4809C1-A54E-49C3-AA80-663189BFC5A8}" presName="parentLin" presStyleCnt="0"/>
      <dgm:spPr/>
    </dgm:pt>
    <dgm:pt modelId="{17127D4F-81E1-4F39-8E79-F338929FE2FD}" type="pres">
      <dgm:prSet presAssocID="{8B4809C1-A54E-49C3-AA80-663189BFC5A8}" presName="parentLeftMargin" presStyleLbl="node1" presStyleIdx="0" presStyleCnt="5"/>
      <dgm:spPr/>
    </dgm:pt>
    <dgm:pt modelId="{02308FF1-3787-44E4-B84B-5194D85C4D10}" type="pres">
      <dgm:prSet presAssocID="{8B4809C1-A54E-49C3-AA80-663189BFC5A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F672BFA-4EF0-41F4-9EA9-1931F9C6883A}" type="pres">
      <dgm:prSet presAssocID="{8B4809C1-A54E-49C3-AA80-663189BFC5A8}" presName="negativeSpace" presStyleCnt="0"/>
      <dgm:spPr/>
    </dgm:pt>
    <dgm:pt modelId="{612A9D00-DD37-4B85-98D2-EFE2AAE98289}" type="pres">
      <dgm:prSet presAssocID="{8B4809C1-A54E-49C3-AA80-663189BFC5A8}" presName="childText" presStyleLbl="conFgAcc1" presStyleIdx="1" presStyleCnt="5">
        <dgm:presLayoutVars>
          <dgm:bulletEnabled val="1"/>
        </dgm:presLayoutVars>
      </dgm:prSet>
      <dgm:spPr/>
    </dgm:pt>
    <dgm:pt modelId="{D09E5334-614C-4446-A21A-9D8A6A95134E}" type="pres">
      <dgm:prSet presAssocID="{AC0DA05E-0335-41A6-93CD-896E306EE570}" presName="spaceBetweenRectangles" presStyleCnt="0"/>
      <dgm:spPr/>
    </dgm:pt>
    <dgm:pt modelId="{6004A1E9-4F24-407C-AD27-B972A6B6A041}" type="pres">
      <dgm:prSet presAssocID="{F5D4EAC5-0BD5-4D79-9F05-B4E7281B8685}" presName="parentLin" presStyleCnt="0"/>
      <dgm:spPr/>
    </dgm:pt>
    <dgm:pt modelId="{FACA44D4-9DFD-4D18-8045-98D4461C7AEA}" type="pres">
      <dgm:prSet presAssocID="{F5D4EAC5-0BD5-4D79-9F05-B4E7281B8685}" presName="parentLeftMargin" presStyleLbl="node1" presStyleIdx="1" presStyleCnt="5"/>
      <dgm:spPr/>
    </dgm:pt>
    <dgm:pt modelId="{AF8FC91C-9E8D-40E2-8787-0293A6EA9C00}" type="pres">
      <dgm:prSet presAssocID="{F5D4EAC5-0BD5-4D79-9F05-B4E7281B868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767DBDB-9AD4-4CDA-8F86-D22FCAFDF7A5}" type="pres">
      <dgm:prSet presAssocID="{F5D4EAC5-0BD5-4D79-9F05-B4E7281B8685}" presName="negativeSpace" presStyleCnt="0"/>
      <dgm:spPr/>
    </dgm:pt>
    <dgm:pt modelId="{3EE20007-44E0-40F3-8EF4-061DA2537813}" type="pres">
      <dgm:prSet presAssocID="{F5D4EAC5-0BD5-4D79-9F05-B4E7281B8685}" presName="childText" presStyleLbl="conFgAcc1" presStyleIdx="2" presStyleCnt="5">
        <dgm:presLayoutVars>
          <dgm:bulletEnabled val="1"/>
        </dgm:presLayoutVars>
      </dgm:prSet>
      <dgm:spPr/>
    </dgm:pt>
    <dgm:pt modelId="{2407ACCF-1D7D-4149-AE6D-E8D2823ED433}" type="pres">
      <dgm:prSet presAssocID="{6082932C-6A3E-416B-BD21-CB41BB1F6679}" presName="spaceBetweenRectangles" presStyleCnt="0"/>
      <dgm:spPr/>
    </dgm:pt>
    <dgm:pt modelId="{B56B97FA-A63F-4224-B942-0D890BD61F5F}" type="pres">
      <dgm:prSet presAssocID="{1877A777-0180-42C9-A937-24F426AB76C2}" presName="parentLin" presStyleCnt="0"/>
      <dgm:spPr/>
    </dgm:pt>
    <dgm:pt modelId="{14D3EB00-169C-45BD-8E05-BF07F9794A8A}" type="pres">
      <dgm:prSet presAssocID="{1877A777-0180-42C9-A937-24F426AB76C2}" presName="parentLeftMargin" presStyleLbl="node1" presStyleIdx="2" presStyleCnt="5"/>
      <dgm:spPr/>
    </dgm:pt>
    <dgm:pt modelId="{1F062558-BC7D-4BE1-B0B1-5292665C853B}" type="pres">
      <dgm:prSet presAssocID="{1877A777-0180-42C9-A937-24F426AB76C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598094B-D658-4E86-B7AD-2F56667DF0E0}" type="pres">
      <dgm:prSet presAssocID="{1877A777-0180-42C9-A937-24F426AB76C2}" presName="negativeSpace" presStyleCnt="0"/>
      <dgm:spPr/>
    </dgm:pt>
    <dgm:pt modelId="{C819076F-D55D-402F-98AD-D0DA8F24A3CC}" type="pres">
      <dgm:prSet presAssocID="{1877A777-0180-42C9-A937-24F426AB76C2}" presName="childText" presStyleLbl="conFgAcc1" presStyleIdx="3" presStyleCnt="5">
        <dgm:presLayoutVars>
          <dgm:bulletEnabled val="1"/>
        </dgm:presLayoutVars>
      </dgm:prSet>
      <dgm:spPr/>
    </dgm:pt>
    <dgm:pt modelId="{A0F659BD-CC0A-434E-96DD-FBDA6758632F}" type="pres">
      <dgm:prSet presAssocID="{3FA4B66A-A4FD-4D12-80D3-D95459529B8C}" presName="spaceBetweenRectangles" presStyleCnt="0"/>
      <dgm:spPr/>
    </dgm:pt>
    <dgm:pt modelId="{8F097087-3905-47E8-9FBE-80E1C8DF5FDB}" type="pres">
      <dgm:prSet presAssocID="{CCC74B11-7587-4162-97B3-FBE80D9AAF4D}" presName="parentLin" presStyleCnt="0"/>
      <dgm:spPr/>
    </dgm:pt>
    <dgm:pt modelId="{F8D670A2-C816-4B1A-97E8-FBCC6EB37698}" type="pres">
      <dgm:prSet presAssocID="{CCC74B11-7587-4162-97B3-FBE80D9AAF4D}" presName="parentLeftMargin" presStyleLbl="node1" presStyleIdx="3" presStyleCnt="5"/>
      <dgm:spPr/>
    </dgm:pt>
    <dgm:pt modelId="{653653F1-42D0-4EC8-81CE-D1FFA8FE839E}" type="pres">
      <dgm:prSet presAssocID="{CCC74B11-7587-4162-97B3-FBE80D9AAF4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49B4F30-C073-4C4C-8A94-EFBABB712EE0}" type="pres">
      <dgm:prSet presAssocID="{CCC74B11-7587-4162-97B3-FBE80D9AAF4D}" presName="negativeSpace" presStyleCnt="0"/>
      <dgm:spPr/>
    </dgm:pt>
    <dgm:pt modelId="{DA8C6ECF-C5CA-424E-A9C1-14CB284C871C}" type="pres">
      <dgm:prSet presAssocID="{CCC74B11-7587-4162-97B3-FBE80D9AAF4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0A33006-BF63-493F-8320-7AA74EE6F18F}" type="presOf" srcId="{05BCB9EB-BC66-4BE2-9872-2FFE0DD2C745}" destId="{B873B571-FF30-4B88-93BF-2EED4CD892EF}" srcOrd="0" destOrd="0" presId="urn:microsoft.com/office/officeart/2005/8/layout/list1"/>
    <dgm:cxn modelId="{3F95C80E-6D65-4269-89D7-4F305775706E}" type="presOf" srcId="{1877A777-0180-42C9-A937-24F426AB76C2}" destId="{14D3EB00-169C-45BD-8E05-BF07F9794A8A}" srcOrd="0" destOrd="0" presId="urn:microsoft.com/office/officeart/2005/8/layout/list1"/>
    <dgm:cxn modelId="{ED244C21-F50F-4B39-8769-82AD097012DD}" type="presOf" srcId="{1877A777-0180-42C9-A937-24F426AB76C2}" destId="{1F062558-BC7D-4BE1-B0B1-5292665C853B}" srcOrd="1" destOrd="0" presId="urn:microsoft.com/office/officeart/2005/8/layout/list1"/>
    <dgm:cxn modelId="{A5221D36-CA5E-4C46-B12D-CF5A155B867F}" srcId="{7AC1ACA5-57B4-4B0B-BFE6-A94F46AFBD26}" destId="{CCC74B11-7587-4162-97B3-FBE80D9AAF4D}" srcOrd="4" destOrd="0" parTransId="{F763B0DC-49C0-4F94-972C-A2D609D7ABA3}" sibTransId="{029A082B-ADD3-4009-8571-E570A830C00E}"/>
    <dgm:cxn modelId="{EDD12F5E-9385-49C8-8978-453A8FD0B603}" srcId="{7AC1ACA5-57B4-4B0B-BFE6-A94F46AFBD26}" destId="{F5D4EAC5-0BD5-4D79-9F05-B4E7281B8685}" srcOrd="2" destOrd="0" parTransId="{558C2955-8E03-403E-9BBA-65D5176521CE}" sibTransId="{6082932C-6A3E-416B-BD21-CB41BB1F6679}"/>
    <dgm:cxn modelId="{2B6A5B6F-9793-4E89-8792-845AD1DDB36B}" type="presOf" srcId="{F5D4EAC5-0BD5-4D79-9F05-B4E7281B8685}" destId="{FACA44D4-9DFD-4D18-8045-98D4461C7AEA}" srcOrd="0" destOrd="0" presId="urn:microsoft.com/office/officeart/2005/8/layout/list1"/>
    <dgm:cxn modelId="{453B2B85-B5C4-4E15-9DB3-4517CBFBFEA1}" srcId="{7AC1ACA5-57B4-4B0B-BFE6-A94F46AFBD26}" destId="{05BCB9EB-BC66-4BE2-9872-2FFE0DD2C745}" srcOrd="0" destOrd="0" parTransId="{62553598-DE87-47AD-8C66-022556F42A45}" sibTransId="{1466D16B-D113-47A5-85EA-CA4601ECB7D8}"/>
    <dgm:cxn modelId="{A0708AAD-1706-45B5-AEF3-FE1C9D9941EF}" type="presOf" srcId="{8B4809C1-A54E-49C3-AA80-663189BFC5A8}" destId="{17127D4F-81E1-4F39-8E79-F338929FE2FD}" srcOrd="0" destOrd="0" presId="urn:microsoft.com/office/officeart/2005/8/layout/list1"/>
    <dgm:cxn modelId="{5A3E89B6-9369-4491-A96E-0EF9EE476062}" type="presOf" srcId="{7AC1ACA5-57B4-4B0B-BFE6-A94F46AFBD26}" destId="{0DE59E6F-2362-4543-A806-3CA2522C0BF1}" srcOrd="0" destOrd="0" presId="urn:microsoft.com/office/officeart/2005/8/layout/list1"/>
    <dgm:cxn modelId="{D00D47B9-377F-451A-AD79-F6C2C382413F}" srcId="{7AC1ACA5-57B4-4B0B-BFE6-A94F46AFBD26}" destId="{1877A777-0180-42C9-A937-24F426AB76C2}" srcOrd="3" destOrd="0" parTransId="{31050B72-C215-45CD-9FFF-22E6A05DEF28}" sibTransId="{3FA4B66A-A4FD-4D12-80D3-D95459529B8C}"/>
    <dgm:cxn modelId="{DE881EDC-FCD3-48C1-BE44-A04628C4367B}" type="presOf" srcId="{CCC74B11-7587-4162-97B3-FBE80D9AAF4D}" destId="{653653F1-42D0-4EC8-81CE-D1FFA8FE839E}" srcOrd="1" destOrd="0" presId="urn:microsoft.com/office/officeart/2005/8/layout/list1"/>
    <dgm:cxn modelId="{C5FB54DC-668F-4122-8770-21326FBCB3FD}" type="presOf" srcId="{F5D4EAC5-0BD5-4D79-9F05-B4E7281B8685}" destId="{AF8FC91C-9E8D-40E2-8787-0293A6EA9C00}" srcOrd="1" destOrd="0" presId="urn:microsoft.com/office/officeart/2005/8/layout/list1"/>
    <dgm:cxn modelId="{964F71E8-2B08-4722-9192-8F1726F05E13}" srcId="{7AC1ACA5-57B4-4B0B-BFE6-A94F46AFBD26}" destId="{8B4809C1-A54E-49C3-AA80-663189BFC5A8}" srcOrd="1" destOrd="0" parTransId="{1B76B0BA-A9C9-4E78-B52E-85CDC767AF90}" sibTransId="{AC0DA05E-0335-41A6-93CD-896E306EE570}"/>
    <dgm:cxn modelId="{893D9DEB-92DA-4B17-83A6-334A8D1F18CE}" type="presOf" srcId="{05BCB9EB-BC66-4BE2-9872-2FFE0DD2C745}" destId="{DDACC099-BC69-480B-8ECB-126FB3532E91}" srcOrd="1" destOrd="0" presId="urn:microsoft.com/office/officeart/2005/8/layout/list1"/>
    <dgm:cxn modelId="{4CE077F5-4783-45DF-A85F-73515B38AB91}" type="presOf" srcId="{8B4809C1-A54E-49C3-AA80-663189BFC5A8}" destId="{02308FF1-3787-44E4-B84B-5194D85C4D10}" srcOrd="1" destOrd="0" presId="urn:microsoft.com/office/officeart/2005/8/layout/list1"/>
    <dgm:cxn modelId="{87530AF9-34AD-41EE-956B-734259FDCEC1}" type="presOf" srcId="{CCC74B11-7587-4162-97B3-FBE80D9AAF4D}" destId="{F8D670A2-C816-4B1A-97E8-FBCC6EB37698}" srcOrd="0" destOrd="0" presId="urn:microsoft.com/office/officeart/2005/8/layout/list1"/>
    <dgm:cxn modelId="{EA8B96B7-1EEB-4DDA-B10F-3850CC99FA1D}" type="presParOf" srcId="{0DE59E6F-2362-4543-A806-3CA2522C0BF1}" destId="{F53804BD-C89E-4740-BE2C-7E6D993BF91F}" srcOrd="0" destOrd="0" presId="urn:microsoft.com/office/officeart/2005/8/layout/list1"/>
    <dgm:cxn modelId="{64DD0CC6-6CFD-41F4-A0BC-B0B17D3AE791}" type="presParOf" srcId="{F53804BD-C89E-4740-BE2C-7E6D993BF91F}" destId="{B873B571-FF30-4B88-93BF-2EED4CD892EF}" srcOrd="0" destOrd="0" presId="urn:microsoft.com/office/officeart/2005/8/layout/list1"/>
    <dgm:cxn modelId="{593C2303-2553-41D6-B668-7D0BD5DA70B7}" type="presParOf" srcId="{F53804BD-C89E-4740-BE2C-7E6D993BF91F}" destId="{DDACC099-BC69-480B-8ECB-126FB3532E91}" srcOrd="1" destOrd="0" presId="urn:microsoft.com/office/officeart/2005/8/layout/list1"/>
    <dgm:cxn modelId="{F35D0135-9717-4603-AECF-98ACE580C8FD}" type="presParOf" srcId="{0DE59E6F-2362-4543-A806-3CA2522C0BF1}" destId="{C90C4BEC-9057-4B77-B493-3E91A0625E2A}" srcOrd="1" destOrd="0" presId="urn:microsoft.com/office/officeart/2005/8/layout/list1"/>
    <dgm:cxn modelId="{7DA17A04-2F7C-4653-9B78-4A529A3691CD}" type="presParOf" srcId="{0DE59E6F-2362-4543-A806-3CA2522C0BF1}" destId="{C082FA99-BC0F-41A2-9CF9-1BC192AF5E2E}" srcOrd="2" destOrd="0" presId="urn:microsoft.com/office/officeart/2005/8/layout/list1"/>
    <dgm:cxn modelId="{8B43A318-B333-4D00-BAAE-B756FAAD812F}" type="presParOf" srcId="{0DE59E6F-2362-4543-A806-3CA2522C0BF1}" destId="{6C124727-D00B-48DC-944C-69B1779D4444}" srcOrd="3" destOrd="0" presId="urn:microsoft.com/office/officeart/2005/8/layout/list1"/>
    <dgm:cxn modelId="{2AF269E6-DF8A-4D60-BD1A-5DA06838AB3C}" type="presParOf" srcId="{0DE59E6F-2362-4543-A806-3CA2522C0BF1}" destId="{A6540B75-B75A-4168-8ECE-69BDA5064121}" srcOrd="4" destOrd="0" presId="urn:microsoft.com/office/officeart/2005/8/layout/list1"/>
    <dgm:cxn modelId="{F7972BFE-5D87-4F54-8668-8691C48800E4}" type="presParOf" srcId="{A6540B75-B75A-4168-8ECE-69BDA5064121}" destId="{17127D4F-81E1-4F39-8E79-F338929FE2FD}" srcOrd="0" destOrd="0" presId="urn:microsoft.com/office/officeart/2005/8/layout/list1"/>
    <dgm:cxn modelId="{0DE874D6-7E37-45FD-823F-ABD54C6D59C3}" type="presParOf" srcId="{A6540B75-B75A-4168-8ECE-69BDA5064121}" destId="{02308FF1-3787-44E4-B84B-5194D85C4D10}" srcOrd="1" destOrd="0" presId="urn:microsoft.com/office/officeart/2005/8/layout/list1"/>
    <dgm:cxn modelId="{767B04CB-F744-45F8-A142-DA3C3F0A1FF3}" type="presParOf" srcId="{0DE59E6F-2362-4543-A806-3CA2522C0BF1}" destId="{5F672BFA-4EF0-41F4-9EA9-1931F9C6883A}" srcOrd="5" destOrd="0" presId="urn:microsoft.com/office/officeart/2005/8/layout/list1"/>
    <dgm:cxn modelId="{3F53AB30-5D9D-4D0A-B64A-E60BB69DB5CA}" type="presParOf" srcId="{0DE59E6F-2362-4543-A806-3CA2522C0BF1}" destId="{612A9D00-DD37-4B85-98D2-EFE2AAE98289}" srcOrd="6" destOrd="0" presId="urn:microsoft.com/office/officeart/2005/8/layout/list1"/>
    <dgm:cxn modelId="{FFA1A829-1A8B-4409-918F-C4E33945E7FC}" type="presParOf" srcId="{0DE59E6F-2362-4543-A806-3CA2522C0BF1}" destId="{D09E5334-614C-4446-A21A-9D8A6A95134E}" srcOrd="7" destOrd="0" presId="urn:microsoft.com/office/officeart/2005/8/layout/list1"/>
    <dgm:cxn modelId="{6E73FA18-A416-432D-9C3E-23F1AA4F7DE5}" type="presParOf" srcId="{0DE59E6F-2362-4543-A806-3CA2522C0BF1}" destId="{6004A1E9-4F24-407C-AD27-B972A6B6A041}" srcOrd="8" destOrd="0" presId="urn:microsoft.com/office/officeart/2005/8/layout/list1"/>
    <dgm:cxn modelId="{48375D74-7827-46D4-B46D-752BFB714CEF}" type="presParOf" srcId="{6004A1E9-4F24-407C-AD27-B972A6B6A041}" destId="{FACA44D4-9DFD-4D18-8045-98D4461C7AEA}" srcOrd="0" destOrd="0" presId="urn:microsoft.com/office/officeart/2005/8/layout/list1"/>
    <dgm:cxn modelId="{54046BA5-CC75-4B6F-B1E2-FD95C101D088}" type="presParOf" srcId="{6004A1E9-4F24-407C-AD27-B972A6B6A041}" destId="{AF8FC91C-9E8D-40E2-8787-0293A6EA9C00}" srcOrd="1" destOrd="0" presId="urn:microsoft.com/office/officeart/2005/8/layout/list1"/>
    <dgm:cxn modelId="{771B33BC-7EE6-4F45-8334-7AB1E4E20236}" type="presParOf" srcId="{0DE59E6F-2362-4543-A806-3CA2522C0BF1}" destId="{5767DBDB-9AD4-4CDA-8F86-D22FCAFDF7A5}" srcOrd="9" destOrd="0" presId="urn:microsoft.com/office/officeart/2005/8/layout/list1"/>
    <dgm:cxn modelId="{8EA3EB6D-422B-4D59-9C4E-D772203F3FA2}" type="presParOf" srcId="{0DE59E6F-2362-4543-A806-3CA2522C0BF1}" destId="{3EE20007-44E0-40F3-8EF4-061DA2537813}" srcOrd="10" destOrd="0" presId="urn:microsoft.com/office/officeart/2005/8/layout/list1"/>
    <dgm:cxn modelId="{094E5EC6-BF61-416C-8F22-E920C3D0FE45}" type="presParOf" srcId="{0DE59E6F-2362-4543-A806-3CA2522C0BF1}" destId="{2407ACCF-1D7D-4149-AE6D-E8D2823ED433}" srcOrd="11" destOrd="0" presId="urn:microsoft.com/office/officeart/2005/8/layout/list1"/>
    <dgm:cxn modelId="{5A29E192-57AC-4300-BD72-E7CCBA6D7E3B}" type="presParOf" srcId="{0DE59E6F-2362-4543-A806-3CA2522C0BF1}" destId="{B56B97FA-A63F-4224-B942-0D890BD61F5F}" srcOrd="12" destOrd="0" presId="urn:microsoft.com/office/officeart/2005/8/layout/list1"/>
    <dgm:cxn modelId="{9117FB26-B1A8-4122-978C-D36F04F75579}" type="presParOf" srcId="{B56B97FA-A63F-4224-B942-0D890BD61F5F}" destId="{14D3EB00-169C-45BD-8E05-BF07F9794A8A}" srcOrd="0" destOrd="0" presId="urn:microsoft.com/office/officeart/2005/8/layout/list1"/>
    <dgm:cxn modelId="{11F322B1-1832-4759-BC13-40FBBF807F30}" type="presParOf" srcId="{B56B97FA-A63F-4224-B942-0D890BD61F5F}" destId="{1F062558-BC7D-4BE1-B0B1-5292665C853B}" srcOrd="1" destOrd="0" presId="urn:microsoft.com/office/officeart/2005/8/layout/list1"/>
    <dgm:cxn modelId="{BFD06FF9-D7B5-417C-8D5F-55990AE2A9AF}" type="presParOf" srcId="{0DE59E6F-2362-4543-A806-3CA2522C0BF1}" destId="{F598094B-D658-4E86-B7AD-2F56667DF0E0}" srcOrd="13" destOrd="0" presId="urn:microsoft.com/office/officeart/2005/8/layout/list1"/>
    <dgm:cxn modelId="{C0CA2F24-19D3-4002-92DC-9B1C867C4290}" type="presParOf" srcId="{0DE59E6F-2362-4543-A806-3CA2522C0BF1}" destId="{C819076F-D55D-402F-98AD-D0DA8F24A3CC}" srcOrd="14" destOrd="0" presId="urn:microsoft.com/office/officeart/2005/8/layout/list1"/>
    <dgm:cxn modelId="{187FA549-59BB-422E-A35B-E65C7FB89FD0}" type="presParOf" srcId="{0DE59E6F-2362-4543-A806-3CA2522C0BF1}" destId="{A0F659BD-CC0A-434E-96DD-FBDA6758632F}" srcOrd="15" destOrd="0" presId="urn:microsoft.com/office/officeart/2005/8/layout/list1"/>
    <dgm:cxn modelId="{9E5C69D0-ABF2-44B0-8A39-C6A165A8BAE6}" type="presParOf" srcId="{0DE59E6F-2362-4543-A806-3CA2522C0BF1}" destId="{8F097087-3905-47E8-9FBE-80E1C8DF5FDB}" srcOrd="16" destOrd="0" presId="urn:microsoft.com/office/officeart/2005/8/layout/list1"/>
    <dgm:cxn modelId="{0D8F077C-F6C0-47AC-8E28-2EA23B74B630}" type="presParOf" srcId="{8F097087-3905-47E8-9FBE-80E1C8DF5FDB}" destId="{F8D670A2-C816-4B1A-97E8-FBCC6EB37698}" srcOrd="0" destOrd="0" presId="urn:microsoft.com/office/officeart/2005/8/layout/list1"/>
    <dgm:cxn modelId="{9ECEE4BA-ADB5-4BED-A77C-BFD584EE358F}" type="presParOf" srcId="{8F097087-3905-47E8-9FBE-80E1C8DF5FDB}" destId="{653653F1-42D0-4EC8-81CE-D1FFA8FE839E}" srcOrd="1" destOrd="0" presId="urn:microsoft.com/office/officeart/2005/8/layout/list1"/>
    <dgm:cxn modelId="{68409522-4B6B-4106-8F3C-8524B7938D70}" type="presParOf" srcId="{0DE59E6F-2362-4543-A806-3CA2522C0BF1}" destId="{949B4F30-C073-4C4C-8A94-EFBABB712EE0}" srcOrd="17" destOrd="0" presId="urn:microsoft.com/office/officeart/2005/8/layout/list1"/>
    <dgm:cxn modelId="{4EFA2DF8-F606-4AFE-BF1C-835FF4AD9003}" type="presParOf" srcId="{0DE59E6F-2362-4543-A806-3CA2522C0BF1}" destId="{DA8C6ECF-C5CA-424E-A9C1-14CB284C871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E9A60-5CE2-4EF3-8DC5-CBF91A856251}" type="doc">
      <dgm:prSet loTypeId="urn:microsoft.com/office/officeart/2008/layout/VerticalCurvedList" loCatId="list" qsTypeId="urn:microsoft.com/office/officeart/2005/8/quickstyle/3d2" qsCatId="3D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080A535D-D3B2-451D-A177-5D0E90EF3B8F}">
      <dgm:prSet phldrT="[Text]"/>
      <dgm:spPr/>
      <dgm:t>
        <a:bodyPr/>
        <a:lstStyle/>
        <a:p>
          <a:pPr>
            <a:buNone/>
          </a:pPr>
          <a:r>
            <a:rPr lang="en-IN" b="1" dirty="0"/>
            <a:t>Image-Based Question Support</a:t>
          </a:r>
          <a:endParaRPr lang="en-IN" dirty="0"/>
        </a:p>
      </dgm:t>
    </dgm:pt>
    <dgm:pt modelId="{DACEDF70-2BDE-4D55-AADC-D97E058D8BC0}" type="parTrans" cxnId="{0066DA4C-E8ED-48A6-80C8-41DAA6CE6796}">
      <dgm:prSet/>
      <dgm:spPr/>
      <dgm:t>
        <a:bodyPr/>
        <a:lstStyle/>
        <a:p>
          <a:endParaRPr lang="en-IN"/>
        </a:p>
      </dgm:t>
    </dgm:pt>
    <dgm:pt modelId="{76CE58C1-EEC3-4114-820D-90B7F0600501}" type="sibTrans" cxnId="{0066DA4C-E8ED-48A6-80C8-41DAA6CE6796}">
      <dgm:prSet/>
      <dgm:spPr/>
      <dgm:t>
        <a:bodyPr/>
        <a:lstStyle/>
        <a:p>
          <a:endParaRPr lang="en-IN"/>
        </a:p>
      </dgm:t>
    </dgm:pt>
    <dgm:pt modelId="{B7DF8C0E-9AC2-4694-8447-4CF916827557}">
      <dgm:prSet phldrT="[Text]"/>
      <dgm:spPr/>
      <dgm:t>
        <a:bodyPr/>
        <a:lstStyle/>
        <a:p>
          <a:r>
            <a:rPr lang="en-IN" b="1" dirty="0"/>
            <a:t>SmartSelect API Key System</a:t>
          </a:r>
        </a:p>
      </dgm:t>
    </dgm:pt>
    <dgm:pt modelId="{020827AA-C396-4731-9996-1AEA919BF1B7}" type="parTrans" cxnId="{27F6B92F-CC0A-419D-87F6-85123C9DF484}">
      <dgm:prSet/>
      <dgm:spPr/>
      <dgm:t>
        <a:bodyPr/>
        <a:lstStyle/>
        <a:p>
          <a:endParaRPr lang="en-IN"/>
        </a:p>
      </dgm:t>
    </dgm:pt>
    <dgm:pt modelId="{89EB48EE-EFAF-4FD5-858B-990FA76FC432}" type="sibTrans" cxnId="{27F6B92F-CC0A-419D-87F6-85123C9DF484}">
      <dgm:prSet/>
      <dgm:spPr/>
      <dgm:t>
        <a:bodyPr/>
        <a:lstStyle/>
        <a:p>
          <a:endParaRPr lang="en-IN"/>
        </a:p>
      </dgm:t>
    </dgm:pt>
    <dgm:pt modelId="{C396DFB5-E6E2-4C34-9015-2152AC3DCFAC}">
      <dgm:prSet phldrT="[Text]"/>
      <dgm:spPr/>
      <dgm:t>
        <a:bodyPr/>
        <a:lstStyle/>
        <a:p>
          <a:r>
            <a:rPr lang="en-IN" b="1" dirty="0"/>
            <a:t>Voice Input &amp; Response</a:t>
          </a:r>
        </a:p>
      </dgm:t>
    </dgm:pt>
    <dgm:pt modelId="{4853110E-D945-47A2-9C9F-9A3377624AEE}" type="parTrans" cxnId="{8FFA94C1-9C0A-471F-A91B-094AB08A041E}">
      <dgm:prSet/>
      <dgm:spPr/>
      <dgm:t>
        <a:bodyPr/>
        <a:lstStyle/>
        <a:p>
          <a:endParaRPr lang="en-IN"/>
        </a:p>
      </dgm:t>
    </dgm:pt>
    <dgm:pt modelId="{64ADFA67-F6B3-4CFD-A654-FBA8FE44D4C4}" type="sibTrans" cxnId="{8FFA94C1-9C0A-471F-A91B-094AB08A041E}">
      <dgm:prSet/>
      <dgm:spPr/>
      <dgm:t>
        <a:bodyPr/>
        <a:lstStyle/>
        <a:p>
          <a:endParaRPr lang="en-IN"/>
        </a:p>
      </dgm:t>
    </dgm:pt>
    <dgm:pt modelId="{1A0D606D-FC63-469C-B034-F766C3D54043}">
      <dgm:prSet phldrT="[Text]"/>
      <dgm:spPr/>
      <dgm:t>
        <a:bodyPr/>
        <a:lstStyle/>
        <a:p>
          <a:r>
            <a:rPr lang="en-IN" b="1" dirty="0"/>
            <a:t>Answer Analytics Dashboard</a:t>
          </a:r>
        </a:p>
      </dgm:t>
    </dgm:pt>
    <dgm:pt modelId="{D458A6CC-A60D-4612-BCAF-673178D861BD}" type="parTrans" cxnId="{A1048285-CD51-414E-89B1-0870170F8D39}">
      <dgm:prSet/>
      <dgm:spPr/>
      <dgm:t>
        <a:bodyPr/>
        <a:lstStyle/>
        <a:p>
          <a:endParaRPr lang="en-IN"/>
        </a:p>
      </dgm:t>
    </dgm:pt>
    <dgm:pt modelId="{863E40C8-B1E2-464E-A44C-3198C46E5913}" type="sibTrans" cxnId="{A1048285-CD51-414E-89B1-0870170F8D39}">
      <dgm:prSet/>
      <dgm:spPr/>
      <dgm:t>
        <a:bodyPr/>
        <a:lstStyle/>
        <a:p>
          <a:endParaRPr lang="en-IN"/>
        </a:p>
      </dgm:t>
    </dgm:pt>
    <dgm:pt modelId="{7CA4D707-3420-4ADE-9006-2722E1170670}">
      <dgm:prSet phldrT="[Text]"/>
      <dgm:spPr/>
      <dgm:t>
        <a:bodyPr/>
        <a:lstStyle/>
        <a:p>
          <a:r>
            <a:rPr lang="en-IN" b="1" dirty="0"/>
            <a:t>Multilingual Support</a:t>
          </a:r>
        </a:p>
      </dgm:t>
    </dgm:pt>
    <dgm:pt modelId="{CEF5ED48-F225-418C-923D-D98B86BEEC10}" type="parTrans" cxnId="{69A38A17-4227-45F8-9262-DCF3EA9EBD24}">
      <dgm:prSet/>
      <dgm:spPr/>
      <dgm:t>
        <a:bodyPr/>
        <a:lstStyle/>
        <a:p>
          <a:endParaRPr lang="en-IN"/>
        </a:p>
      </dgm:t>
    </dgm:pt>
    <dgm:pt modelId="{262E5C29-C1DA-4644-B303-BF32FB8DE8BF}" type="sibTrans" cxnId="{69A38A17-4227-45F8-9262-DCF3EA9EBD24}">
      <dgm:prSet/>
      <dgm:spPr/>
      <dgm:t>
        <a:bodyPr/>
        <a:lstStyle/>
        <a:p>
          <a:endParaRPr lang="en-IN"/>
        </a:p>
      </dgm:t>
    </dgm:pt>
    <dgm:pt modelId="{A8F3F2FC-DC2A-40F5-A9B6-96D978175A09}">
      <dgm:prSet phldrT="[Text]"/>
      <dgm:spPr/>
      <dgm:t>
        <a:bodyPr/>
        <a:lstStyle/>
        <a:p>
          <a:r>
            <a:rPr lang="en-IN" b="1" dirty="0"/>
            <a:t>AI Answer Ranking Engine</a:t>
          </a:r>
        </a:p>
      </dgm:t>
    </dgm:pt>
    <dgm:pt modelId="{02EC4D3E-000A-499B-9F13-1DECEAD329FF}" type="parTrans" cxnId="{A63D3885-5A08-4E23-B24A-FA7DDFBBC4C0}">
      <dgm:prSet/>
      <dgm:spPr/>
      <dgm:t>
        <a:bodyPr/>
        <a:lstStyle/>
        <a:p>
          <a:endParaRPr lang="en-IN"/>
        </a:p>
      </dgm:t>
    </dgm:pt>
    <dgm:pt modelId="{778E51FE-DD7B-4939-9203-AFB687F60E52}" type="sibTrans" cxnId="{A63D3885-5A08-4E23-B24A-FA7DDFBBC4C0}">
      <dgm:prSet/>
      <dgm:spPr/>
      <dgm:t>
        <a:bodyPr/>
        <a:lstStyle/>
        <a:p>
          <a:endParaRPr lang="en-IN"/>
        </a:p>
      </dgm:t>
    </dgm:pt>
    <dgm:pt modelId="{E70F3947-1FEE-4657-9C33-466455540115}" type="pres">
      <dgm:prSet presAssocID="{B04E9A60-5CE2-4EF3-8DC5-CBF91A856251}" presName="Name0" presStyleCnt="0">
        <dgm:presLayoutVars>
          <dgm:chMax val="7"/>
          <dgm:chPref val="7"/>
          <dgm:dir/>
        </dgm:presLayoutVars>
      </dgm:prSet>
      <dgm:spPr/>
    </dgm:pt>
    <dgm:pt modelId="{16A6A19A-B01A-416F-B6A8-622266475F78}" type="pres">
      <dgm:prSet presAssocID="{B04E9A60-5CE2-4EF3-8DC5-CBF91A856251}" presName="Name1" presStyleCnt="0"/>
      <dgm:spPr/>
    </dgm:pt>
    <dgm:pt modelId="{E076B992-9988-4E1C-B80D-F9A2CA23866C}" type="pres">
      <dgm:prSet presAssocID="{B04E9A60-5CE2-4EF3-8DC5-CBF91A856251}" presName="cycle" presStyleCnt="0"/>
      <dgm:spPr/>
    </dgm:pt>
    <dgm:pt modelId="{241C1085-1493-44BE-9F8A-C4B912979976}" type="pres">
      <dgm:prSet presAssocID="{B04E9A60-5CE2-4EF3-8DC5-CBF91A856251}" presName="srcNode" presStyleLbl="node1" presStyleIdx="0" presStyleCnt="6"/>
      <dgm:spPr/>
    </dgm:pt>
    <dgm:pt modelId="{F0DDC92E-1D77-4337-81D0-442E9687D4A3}" type="pres">
      <dgm:prSet presAssocID="{B04E9A60-5CE2-4EF3-8DC5-CBF91A856251}" presName="conn" presStyleLbl="parChTrans1D2" presStyleIdx="0" presStyleCnt="1"/>
      <dgm:spPr/>
    </dgm:pt>
    <dgm:pt modelId="{39E52A35-CEFA-445F-AA04-DDA32F0FD1C6}" type="pres">
      <dgm:prSet presAssocID="{B04E9A60-5CE2-4EF3-8DC5-CBF91A856251}" presName="extraNode" presStyleLbl="node1" presStyleIdx="0" presStyleCnt="6"/>
      <dgm:spPr/>
    </dgm:pt>
    <dgm:pt modelId="{AD10DF6B-CF16-4BA5-9D27-B4FC218A371C}" type="pres">
      <dgm:prSet presAssocID="{B04E9A60-5CE2-4EF3-8DC5-CBF91A856251}" presName="dstNode" presStyleLbl="node1" presStyleIdx="0" presStyleCnt="6"/>
      <dgm:spPr/>
    </dgm:pt>
    <dgm:pt modelId="{8417218E-57D0-47E9-9EB3-EF6753C4A7FD}" type="pres">
      <dgm:prSet presAssocID="{080A535D-D3B2-451D-A177-5D0E90EF3B8F}" presName="text_1" presStyleLbl="node1" presStyleIdx="0" presStyleCnt="6">
        <dgm:presLayoutVars>
          <dgm:bulletEnabled val="1"/>
        </dgm:presLayoutVars>
      </dgm:prSet>
      <dgm:spPr/>
    </dgm:pt>
    <dgm:pt modelId="{ED25B38F-6AE0-4597-9FE3-E319BE3C3245}" type="pres">
      <dgm:prSet presAssocID="{080A535D-D3B2-451D-A177-5D0E90EF3B8F}" presName="accent_1" presStyleCnt="0"/>
      <dgm:spPr/>
    </dgm:pt>
    <dgm:pt modelId="{265C0BA9-0812-4465-973D-B5FF647C2629}" type="pres">
      <dgm:prSet presAssocID="{080A535D-D3B2-451D-A177-5D0E90EF3B8F}" presName="accentRepeatNode" presStyleLbl="solidFgAcc1" presStyleIdx="0" presStyleCnt="6"/>
      <dgm:spPr/>
    </dgm:pt>
    <dgm:pt modelId="{B3ECA112-18D3-42F6-AA73-C653F931E98E}" type="pres">
      <dgm:prSet presAssocID="{B7DF8C0E-9AC2-4694-8447-4CF916827557}" presName="text_2" presStyleLbl="node1" presStyleIdx="1" presStyleCnt="6">
        <dgm:presLayoutVars>
          <dgm:bulletEnabled val="1"/>
        </dgm:presLayoutVars>
      </dgm:prSet>
      <dgm:spPr/>
    </dgm:pt>
    <dgm:pt modelId="{E4F1D4BC-EFF5-45B1-A3EF-C787C5F9EDD2}" type="pres">
      <dgm:prSet presAssocID="{B7DF8C0E-9AC2-4694-8447-4CF916827557}" presName="accent_2" presStyleCnt="0"/>
      <dgm:spPr/>
    </dgm:pt>
    <dgm:pt modelId="{97250B45-9B20-40A9-8896-5C3B9C821F73}" type="pres">
      <dgm:prSet presAssocID="{B7DF8C0E-9AC2-4694-8447-4CF916827557}" presName="accentRepeatNode" presStyleLbl="solidFgAcc1" presStyleIdx="1" presStyleCnt="6"/>
      <dgm:spPr/>
    </dgm:pt>
    <dgm:pt modelId="{EB715697-10D5-4037-8E68-814A4E6D7BCE}" type="pres">
      <dgm:prSet presAssocID="{C396DFB5-E6E2-4C34-9015-2152AC3DCFAC}" presName="text_3" presStyleLbl="node1" presStyleIdx="2" presStyleCnt="6">
        <dgm:presLayoutVars>
          <dgm:bulletEnabled val="1"/>
        </dgm:presLayoutVars>
      </dgm:prSet>
      <dgm:spPr/>
    </dgm:pt>
    <dgm:pt modelId="{69DB184E-516D-4876-998D-6F1731A0A93C}" type="pres">
      <dgm:prSet presAssocID="{C396DFB5-E6E2-4C34-9015-2152AC3DCFAC}" presName="accent_3" presStyleCnt="0"/>
      <dgm:spPr/>
    </dgm:pt>
    <dgm:pt modelId="{FF0B85AF-C237-43A3-8A74-70B5FAC73C16}" type="pres">
      <dgm:prSet presAssocID="{C396DFB5-E6E2-4C34-9015-2152AC3DCFAC}" presName="accentRepeatNode" presStyleLbl="solidFgAcc1" presStyleIdx="2" presStyleCnt="6"/>
      <dgm:spPr/>
    </dgm:pt>
    <dgm:pt modelId="{1EA906A4-9E1C-45F0-904A-9A8C1E594B85}" type="pres">
      <dgm:prSet presAssocID="{1A0D606D-FC63-469C-B034-F766C3D54043}" presName="text_4" presStyleLbl="node1" presStyleIdx="3" presStyleCnt="6">
        <dgm:presLayoutVars>
          <dgm:bulletEnabled val="1"/>
        </dgm:presLayoutVars>
      </dgm:prSet>
      <dgm:spPr/>
    </dgm:pt>
    <dgm:pt modelId="{32002E61-9C6D-49C7-B3D4-F905A13957DA}" type="pres">
      <dgm:prSet presAssocID="{1A0D606D-FC63-469C-B034-F766C3D54043}" presName="accent_4" presStyleCnt="0"/>
      <dgm:spPr/>
    </dgm:pt>
    <dgm:pt modelId="{DBED0BCF-C6CB-49E8-8B8F-AFE0107C3375}" type="pres">
      <dgm:prSet presAssocID="{1A0D606D-FC63-469C-B034-F766C3D54043}" presName="accentRepeatNode" presStyleLbl="solidFgAcc1" presStyleIdx="3" presStyleCnt="6"/>
      <dgm:spPr/>
    </dgm:pt>
    <dgm:pt modelId="{82267E89-4018-4788-A115-D752C5350B45}" type="pres">
      <dgm:prSet presAssocID="{7CA4D707-3420-4ADE-9006-2722E1170670}" presName="text_5" presStyleLbl="node1" presStyleIdx="4" presStyleCnt="6">
        <dgm:presLayoutVars>
          <dgm:bulletEnabled val="1"/>
        </dgm:presLayoutVars>
      </dgm:prSet>
      <dgm:spPr/>
    </dgm:pt>
    <dgm:pt modelId="{B377E31B-DBCC-44AF-B3AE-007E4D1F6B9F}" type="pres">
      <dgm:prSet presAssocID="{7CA4D707-3420-4ADE-9006-2722E1170670}" presName="accent_5" presStyleCnt="0"/>
      <dgm:spPr/>
    </dgm:pt>
    <dgm:pt modelId="{16C8ED09-DEA6-4359-81A8-C6D3A50CAC6D}" type="pres">
      <dgm:prSet presAssocID="{7CA4D707-3420-4ADE-9006-2722E1170670}" presName="accentRepeatNode" presStyleLbl="solidFgAcc1" presStyleIdx="4" presStyleCnt="6"/>
      <dgm:spPr/>
    </dgm:pt>
    <dgm:pt modelId="{28E02A83-F2F6-4237-A6ED-4BCE851288E5}" type="pres">
      <dgm:prSet presAssocID="{A8F3F2FC-DC2A-40F5-A9B6-96D978175A09}" presName="text_6" presStyleLbl="node1" presStyleIdx="5" presStyleCnt="6">
        <dgm:presLayoutVars>
          <dgm:bulletEnabled val="1"/>
        </dgm:presLayoutVars>
      </dgm:prSet>
      <dgm:spPr/>
    </dgm:pt>
    <dgm:pt modelId="{7E01FDFE-98A5-4E41-961C-5A0D79770266}" type="pres">
      <dgm:prSet presAssocID="{A8F3F2FC-DC2A-40F5-A9B6-96D978175A09}" presName="accent_6" presStyleCnt="0"/>
      <dgm:spPr/>
    </dgm:pt>
    <dgm:pt modelId="{EBB13E32-E9A0-452E-AACC-34933B7758AA}" type="pres">
      <dgm:prSet presAssocID="{A8F3F2FC-DC2A-40F5-A9B6-96D978175A09}" presName="accentRepeatNode" presStyleLbl="solidFgAcc1" presStyleIdx="5" presStyleCnt="6"/>
      <dgm:spPr/>
    </dgm:pt>
  </dgm:ptLst>
  <dgm:cxnLst>
    <dgm:cxn modelId="{576E0603-75CB-485D-A572-8A0EA3F94066}" type="presOf" srcId="{1A0D606D-FC63-469C-B034-F766C3D54043}" destId="{1EA906A4-9E1C-45F0-904A-9A8C1E594B85}" srcOrd="0" destOrd="0" presId="urn:microsoft.com/office/officeart/2008/layout/VerticalCurvedList"/>
    <dgm:cxn modelId="{69A38A17-4227-45F8-9262-DCF3EA9EBD24}" srcId="{B04E9A60-5CE2-4EF3-8DC5-CBF91A856251}" destId="{7CA4D707-3420-4ADE-9006-2722E1170670}" srcOrd="4" destOrd="0" parTransId="{CEF5ED48-F225-418C-923D-D98B86BEEC10}" sibTransId="{262E5C29-C1DA-4644-B303-BF32FB8DE8BF}"/>
    <dgm:cxn modelId="{27F6B92F-CC0A-419D-87F6-85123C9DF484}" srcId="{B04E9A60-5CE2-4EF3-8DC5-CBF91A856251}" destId="{B7DF8C0E-9AC2-4694-8447-4CF916827557}" srcOrd="1" destOrd="0" parTransId="{020827AA-C396-4731-9996-1AEA919BF1B7}" sibTransId="{89EB48EE-EFAF-4FD5-858B-990FA76FC432}"/>
    <dgm:cxn modelId="{6B8EB73A-BFEC-4ABD-85F4-C0603C805A40}" type="presOf" srcId="{080A535D-D3B2-451D-A177-5D0E90EF3B8F}" destId="{8417218E-57D0-47E9-9EB3-EF6753C4A7FD}" srcOrd="0" destOrd="0" presId="urn:microsoft.com/office/officeart/2008/layout/VerticalCurvedList"/>
    <dgm:cxn modelId="{C5D31164-0D5B-4E2A-8137-94EAD1839DB0}" type="presOf" srcId="{B04E9A60-5CE2-4EF3-8DC5-CBF91A856251}" destId="{E70F3947-1FEE-4657-9C33-466455540115}" srcOrd="0" destOrd="0" presId="urn:microsoft.com/office/officeart/2008/layout/VerticalCurvedList"/>
    <dgm:cxn modelId="{3FC1554A-0510-43A4-B032-5F9DD0BE8FE3}" type="presOf" srcId="{A8F3F2FC-DC2A-40F5-A9B6-96D978175A09}" destId="{28E02A83-F2F6-4237-A6ED-4BCE851288E5}" srcOrd="0" destOrd="0" presId="urn:microsoft.com/office/officeart/2008/layout/VerticalCurvedList"/>
    <dgm:cxn modelId="{0066DA4C-E8ED-48A6-80C8-41DAA6CE6796}" srcId="{B04E9A60-5CE2-4EF3-8DC5-CBF91A856251}" destId="{080A535D-D3B2-451D-A177-5D0E90EF3B8F}" srcOrd="0" destOrd="0" parTransId="{DACEDF70-2BDE-4D55-AADC-D97E058D8BC0}" sibTransId="{76CE58C1-EEC3-4114-820D-90B7F0600501}"/>
    <dgm:cxn modelId="{A63D3885-5A08-4E23-B24A-FA7DDFBBC4C0}" srcId="{B04E9A60-5CE2-4EF3-8DC5-CBF91A856251}" destId="{A8F3F2FC-DC2A-40F5-A9B6-96D978175A09}" srcOrd="5" destOrd="0" parTransId="{02EC4D3E-000A-499B-9F13-1DECEAD329FF}" sibTransId="{778E51FE-DD7B-4939-9203-AFB687F60E52}"/>
    <dgm:cxn modelId="{A1048285-CD51-414E-89B1-0870170F8D39}" srcId="{B04E9A60-5CE2-4EF3-8DC5-CBF91A856251}" destId="{1A0D606D-FC63-469C-B034-F766C3D54043}" srcOrd="3" destOrd="0" parTransId="{D458A6CC-A60D-4612-BCAF-673178D861BD}" sibTransId="{863E40C8-B1E2-464E-A44C-3198C46E5913}"/>
    <dgm:cxn modelId="{D5A598A0-B60B-4E43-83DC-4AA23A373C98}" type="presOf" srcId="{B7DF8C0E-9AC2-4694-8447-4CF916827557}" destId="{B3ECA112-18D3-42F6-AA73-C653F931E98E}" srcOrd="0" destOrd="0" presId="urn:microsoft.com/office/officeart/2008/layout/VerticalCurvedList"/>
    <dgm:cxn modelId="{1B48D6B3-0F7B-4B9E-A5AE-5AB9C4516EC5}" type="presOf" srcId="{7CA4D707-3420-4ADE-9006-2722E1170670}" destId="{82267E89-4018-4788-A115-D752C5350B45}" srcOrd="0" destOrd="0" presId="urn:microsoft.com/office/officeart/2008/layout/VerticalCurvedList"/>
    <dgm:cxn modelId="{8FFA94C1-9C0A-471F-A91B-094AB08A041E}" srcId="{B04E9A60-5CE2-4EF3-8DC5-CBF91A856251}" destId="{C396DFB5-E6E2-4C34-9015-2152AC3DCFAC}" srcOrd="2" destOrd="0" parTransId="{4853110E-D945-47A2-9C9F-9A3377624AEE}" sibTransId="{64ADFA67-F6B3-4CFD-A654-FBA8FE44D4C4}"/>
    <dgm:cxn modelId="{6C4A5ED0-E069-4FF1-B935-8AD02EBB70E7}" type="presOf" srcId="{C396DFB5-E6E2-4C34-9015-2152AC3DCFAC}" destId="{EB715697-10D5-4037-8E68-814A4E6D7BCE}" srcOrd="0" destOrd="0" presId="urn:microsoft.com/office/officeart/2008/layout/VerticalCurvedList"/>
    <dgm:cxn modelId="{A4C8FBF5-D089-4795-85E4-081EAE76C889}" type="presOf" srcId="{76CE58C1-EEC3-4114-820D-90B7F0600501}" destId="{F0DDC92E-1D77-4337-81D0-442E9687D4A3}" srcOrd="0" destOrd="0" presId="urn:microsoft.com/office/officeart/2008/layout/VerticalCurvedList"/>
    <dgm:cxn modelId="{AA657CC6-7CF0-4A4C-A2BB-E65B54B4A820}" type="presParOf" srcId="{E70F3947-1FEE-4657-9C33-466455540115}" destId="{16A6A19A-B01A-416F-B6A8-622266475F78}" srcOrd="0" destOrd="0" presId="urn:microsoft.com/office/officeart/2008/layout/VerticalCurvedList"/>
    <dgm:cxn modelId="{A6384F70-F808-413C-A4F8-D2EA4C497210}" type="presParOf" srcId="{16A6A19A-B01A-416F-B6A8-622266475F78}" destId="{E076B992-9988-4E1C-B80D-F9A2CA23866C}" srcOrd="0" destOrd="0" presId="urn:microsoft.com/office/officeart/2008/layout/VerticalCurvedList"/>
    <dgm:cxn modelId="{B4A90ACB-9B61-4AFB-AF13-4EE58BD95238}" type="presParOf" srcId="{E076B992-9988-4E1C-B80D-F9A2CA23866C}" destId="{241C1085-1493-44BE-9F8A-C4B912979976}" srcOrd="0" destOrd="0" presId="urn:microsoft.com/office/officeart/2008/layout/VerticalCurvedList"/>
    <dgm:cxn modelId="{E5DAEFED-A613-4652-97F4-229CF75D927C}" type="presParOf" srcId="{E076B992-9988-4E1C-B80D-F9A2CA23866C}" destId="{F0DDC92E-1D77-4337-81D0-442E9687D4A3}" srcOrd="1" destOrd="0" presId="urn:microsoft.com/office/officeart/2008/layout/VerticalCurvedList"/>
    <dgm:cxn modelId="{A01BDBD6-4DFB-4ECB-91EB-AB9D19CA8862}" type="presParOf" srcId="{E076B992-9988-4E1C-B80D-F9A2CA23866C}" destId="{39E52A35-CEFA-445F-AA04-DDA32F0FD1C6}" srcOrd="2" destOrd="0" presId="urn:microsoft.com/office/officeart/2008/layout/VerticalCurvedList"/>
    <dgm:cxn modelId="{9C1B3BA8-7FAA-4659-B6EB-37F19F33EC68}" type="presParOf" srcId="{E076B992-9988-4E1C-B80D-F9A2CA23866C}" destId="{AD10DF6B-CF16-4BA5-9D27-B4FC218A371C}" srcOrd="3" destOrd="0" presId="urn:microsoft.com/office/officeart/2008/layout/VerticalCurvedList"/>
    <dgm:cxn modelId="{4DB21771-F4DB-47B7-97B8-4B39C226FA58}" type="presParOf" srcId="{16A6A19A-B01A-416F-B6A8-622266475F78}" destId="{8417218E-57D0-47E9-9EB3-EF6753C4A7FD}" srcOrd="1" destOrd="0" presId="urn:microsoft.com/office/officeart/2008/layout/VerticalCurvedList"/>
    <dgm:cxn modelId="{E53FF802-DC53-4DF4-91B4-ACE7B36A411E}" type="presParOf" srcId="{16A6A19A-B01A-416F-B6A8-622266475F78}" destId="{ED25B38F-6AE0-4597-9FE3-E319BE3C3245}" srcOrd="2" destOrd="0" presId="urn:microsoft.com/office/officeart/2008/layout/VerticalCurvedList"/>
    <dgm:cxn modelId="{4CA56807-0147-41EE-BCDB-6DA3682DFE3D}" type="presParOf" srcId="{ED25B38F-6AE0-4597-9FE3-E319BE3C3245}" destId="{265C0BA9-0812-4465-973D-B5FF647C2629}" srcOrd="0" destOrd="0" presId="urn:microsoft.com/office/officeart/2008/layout/VerticalCurvedList"/>
    <dgm:cxn modelId="{D78F0E51-1977-4F74-B952-8D0FE4C07263}" type="presParOf" srcId="{16A6A19A-B01A-416F-B6A8-622266475F78}" destId="{B3ECA112-18D3-42F6-AA73-C653F931E98E}" srcOrd="3" destOrd="0" presId="urn:microsoft.com/office/officeart/2008/layout/VerticalCurvedList"/>
    <dgm:cxn modelId="{5A2EC642-4D06-45B1-92D0-486C5903D5F0}" type="presParOf" srcId="{16A6A19A-B01A-416F-B6A8-622266475F78}" destId="{E4F1D4BC-EFF5-45B1-A3EF-C787C5F9EDD2}" srcOrd="4" destOrd="0" presId="urn:microsoft.com/office/officeart/2008/layout/VerticalCurvedList"/>
    <dgm:cxn modelId="{F43A524A-30A9-40FB-ABBE-2B7E615EEA08}" type="presParOf" srcId="{E4F1D4BC-EFF5-45B1-A3EF-C787C5F9EDD2}" destId="{97250B45-9B20-40A9-8896-5C3B9C821F73}" srcOrd="0" destOrd="0" presId="urn:microsoft.com/office/officeart/2008/layout/VerticalCurvedList"/>
    <dgm:cxn modelId="{8A1CF373-5D68-40B5-82C6-285CDAD74532}" type="presParOf" srcId="{16A6A19A-B01A-416F-B6A8-622266475F78}" destId="{EB715697-10D5-4037-8E68-814A4E6D7BCE}" srcOrd="5" destOrd="0" presId="urn:microsoft.com/office/officeart/2008/layout/VerticalCurvedList"/>
    <dgm:cxn modelId="{3EF9BB01-1986-4A80-B610-8B829F4A14B8}" type="presParOf" srcId="{16A6A19A-B01A-416F-B6A8-622266475F78}" destId="{69DB184E-516D-4876-998D-6F1731A0A93C}" srcOrd="6" destOrd="0" presId="urn:microsoft.com/office/officeart/2008/layout/VerticalCurvedList"/>
    <dgm:cxn modelId="{6D9793A3-E895-40A4-9D97-FD27744E127E}" type="presParOf" srcId="{69DB184E-516D-4876-998D-6F1731A0A93C}" destId="{FF0B85AF-C237-43A3-8A74-70B5FAC73C16}" srcOrd="0" destOrd="0" presId="urn:microsoft.com/office/officeart/2008/layout/VerticalCurvedList"/>
    <dgm:cxn modelId="{E8FB85E3-8D67-46B5-A734-657D35B9918A}" type="presParOf" srcId="{16A6A19A-B01A-416F-B6A8-622266475F78}" destId="{1EA906A4-9E1C-45F0-904A-9A8C1E594B85}" srcOrd="7" destOrd="0" presId="urn:microsoft.com/office/officeart/2008/layout/VerticalCurvedList"/>
    <dgm:cxn modelId="{20C98927-110F-43BC-99ED-47586B597613}" type="presParOf" srcId="{16A6A19A-B01A-416F-B6A8-622266475F78}" destId="{32002E61-9C6D-49C7-B3D4-F905A13957DA}" srcOrd="8" destOrd="0" presId="urn:microsoft.com/office/officeart/2008/layout/VerticalCurvedList"/>
    <dgm:cxn modelId="{8C38D598-D3FA-43DA-A87E-3F46C76E5399}" type="presParOf" srcId="{32002E61-9C6D-49C7-B3D4-F905A13957DA}" destId="{DBED0BCF-C6CB-49E8-8B8F-AFE0107C3375}" srcOrd="0" destOrd="0" presId="urn:microsoft.com/office/officeart/2008/layout/VerticalCurvedList"/>
    <dgm:cxn modelId="{6BB2ED92-F52E-4F2F-9053-BBEDC99F972A}" type="presParOf" srcId="{16A6A19A-B01A-416F-B6A8-622266475F78}" destId="{82267E89-4018-4788-A115-D752C5350B45}" srcOrd="9" destOrd="0" presId="urn:microsoft.com/office/officeart/2008/layout/VerticalCurvedList"/>
    <dgm:cxn modelId="{828F0762-E369-4EA9-B69A-626271E01A92}" type="presParOf" srcId="{16A6A19A-B01A-416F-B6A8-622266475F78}" destId="{B377E31B-DBCC-44AF-B3AE-007E4D1F6B9F}" srcOrd="10" destOrd="0" presId="urn:microsoft.com/office/officeart/2008/layout/VerticalCurvedList"/>
    <dgm:cxn modelId="{9A10604E-5489-44DB-AA05-5FD653A61627}" type="presParOf" srcId="{B377E31B-DBCC-44AF-B3AE-007E4D1F6B9F}" destId="{16C8ED09-DEA6-4359-81A8-C6D3A50CAC6D}" srcOrd="0" destOrd="0" presId="urn:microsoft.com/office/officeart/2008/layout/VerticalCurvedList"/>
    <dgm:cxn modelId="{72277F8E-7B8D-4B83-A019-BB9E08B58A25}" type="presParOf" srcId="{16A6A19A-B01A-416F-B6A8-622266475F78}" destId="{28E02A83-F2F6-4237-A6ED-4BCE851288E5}" srcOrd="11" destOrd="0" presId="urn:microsoft.com/office/officeart/2008/layout/VerticalCurvedList"/>
    <dgm:cxn modelId="{109EB547-4653-4323-8B8C-8302CFC5DA54}" type="presParOf" srcId="{16A6A19A-B01A-416F-B6A8-622266475F78}" destId="{7E01FDFE-98A5-4E41-961C-5A0D79770266}" srcOrd="12" destOrd="0" presId="urn:microsoft.com/office/officeart/2008/layout/VerticalCurvedList"/>
    <dgm:cxn modelId="{7CA4F295-666B-4240-90D5-EDE7D467D25B}" type="presParOf" srcId="{7E01FDFE-98A5-4E41-961C-5A0D79770266}" destId="{EBB13E32-E9A0-452E-AACC-34933B7758A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B096C-DBD1-45B6-AC24-ED53ADCF9435}">
      <dsp:nvSpPr>
        <dsp:cNvPr id="0" name=""/>
        <dsp:cNvSpPr/>
      </dsp:nvSpPr>
      <dsp:spPr>
        <a:xfrm>
          <a:off x="530060" y="1802"/>
          <a:ext cx="2761729" cy="16570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+mn-lt"/>
            </a:rPr>
            <a:t>Users input questions</a:t>
          </a:r>
        </a:p>
      </dsp:txBody>
      <dsp:txXfrm>
        <a:off x="578593" y="50335"/>
        <a:ext cx="2664663" cy="1559971"/>
      </dsp:txXfrm>
    </dsp:sp>
    <dsp:sp modelId="{7A351F9A-E497-4F08-9DD2-8A466C3710BC}">
      <dsp:nvSpPr>
        <dsp:cNvPr id="0" name=""/>
        <dsp:cNvSpPr/>
      </dsp:nvSpPr>
      <dsp:spPr>
        <a:xfrm>
          <a:off x="3534821" y="487866"/>
          <a:ext cx="585486" cy="684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900" kern="1200"/>
        </a:p>
      </dsp:txBody>
      <dsp:txXfrm>
        <a:off x="3534821" y="624848"/>
        <a:ext cx="409840" cy="410944"/>
      </dsp:txXfrm>
    </dsp:sp>
    <dsp:sp modelId="{877A08A5-137A-4077-B665-CD897E1FD527}">
      <dsp:nvSpPr>
        <dsp:cNvPr id="0" name=""/>
        <dsp:cNvSpPr/>
      </dsp:nvSpPr>
      <dsp:spPr>
        <a:xfrm>
          <a:off x="4396480" y="1802"/>
          <a:ext cx="2761729" cy="16570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+mn-lt"/>
            </a:rPr>
            <a:t>Select AI platforms(Gemini/</a:t>
          </a:r>
          <a:r>
            <a:rPr lang="en-IN" sz="1800" b="1" kern="1200" dirty="0" err="1">
              <a:latin typeface="+mn-lt"/>
            </a:rPr>
            <a:t>chatGPT</a:t>
          </a:r>
          <a:r>
            <a:rPr lang="en-IN" sz="1800" b="1" kern="1200" dirty="0">
              <a:latin typeface="+mn-lt"/>
            </a:rPr>
            <a:t>/copilot/grok)</a:t>
          </a:r>
        </a:p>
      </dsp:txBody>
      <dsp:txXfrm>
        <a:off x="4445013" y="50335"/>
        <a:ext cx="2664663" cy="1559971"/>
      </dsp:txXfrm>
    </dsp:sp>
    <dsp:sp modelId="{EE5DFD06-0C2F-4419-B53B-BB56531FC69C}">
      <dsp:nvSpPr>
        <dsp:cNvPr id="0" name=""/>
        <dsp:cNvSpPr/>
      </dsp:nvSpPr>
      <dsp:spPr>
        <a:xfrm>
          <a:off x="7401242" y="487866"/>
          <a:ext cx="585486" cy="684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900" kern="1200"/>
        </a:p>
      </dsp:txBody>
      <dsp:txXfrm>
        <a:off x="7401242" y="624848"/>
        <a:ext cx="409840" cy="410944"/>
      </dsp:txXfrm>
    </dsp:sp>
    <dsp:sp modelId="{4DD11099-265F-469A-B7E4-33E1A03C1B1A}">
      <dsp:nvSpPr>
        <dsp:cNvPr id="0" name=""/>
        <dsp:cNvSpPr/>
      </dsp:nvSpPr>
      <dsp:spPr>
        <a:xfrm>
          <a:off x="8262901" y="1802"/>
          <a:ext cx="2761729" cy="16570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Receive Responses from platforms</a:t>
          </a:r>
        </a:p>
      </dsp:txBody>
      <dsp:txXfrm>
        <a:off x="8311434" y="50335"/>
        <a:ext cx="2664663" cy="1559971"/>
      </dsp:txXfrm>
    </dsp:sp>
    <dsp:sp modelId="{DDE4DC42-BFF6-4767-8C61-9F6490192F55}">
      <dsp:nvSpPr>
        <dsp:cNvPr id="0" name=""/>
        <dsp:cNvSpPr/>
      </dsp:nvSpPr>
      <dsp:spPr>
        <a:xfrm rot="5400000">
          <a:off x="9351022" y="1852160"/>
          <a:ext cx="585486" cy="684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900" kern="1200"/>
        </a:p>
      </dsp:txBody>
      <dsp:txXfrm rot="-5400000">
        <a:off x="9438293" y="1901871"/>
        <a:ext cx="410944" cy="409840"/>
      </dsp:txXfrm>
    </dsp:sp>
    <dsp:sp modelId="{D44AD8F4-35DF-46F5-9404-0F38AB58F790}">
      <dsp:nvSpPr>
        <dsp:cNvPr id="0" name=""/>
        <dsp:cNvSpPr/>
      </dsp:nvSpPr>
      <dsp:spPr>
        <a:xfrm>
          <a:off x="8262901" y="2763531"/>
          <a:ext cx="2761729" cy="16570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User picks the best answer from a platforms</a:t>
          </a:r>
        </a:p>
      </dsp:txBody>
      <dsp:txXfrm>
        <a:off x="8311434" y="2812064"/>
        <a:ext cx="2664663" cy="15599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5CC666-4124-4415-A6B9-1F3D9F6E2DD3}">
      <dsp:nvSpPr>
        <dsp:cNvPr id="0" name=""/>
        <dsp:cNvSpPr/>
      </dsp:nvSpPr>
      <dsp:spPr>
        <a:xfrm>
          <a:off x="1358799" y="-6120"/>
          <a:ext cx="5410400" cy="5410400"/>
        </a:xfrm>
        <a:prstGeom prst="circularArrow">
          <a:avLst>
            <a:gd name="adj1" fmla="val 5274"/>
            <a:gd name="adj2" fmla="val 312630"/>
            <a:gd name="adj3" fmla="val 14229145"/>
            <a:gd name="adj4" fmla="val 17126425"/>
            <a:gd name="adj5" fmla="val 5477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0B52813-5281-48CC-A7F7-8659657BC851}">
      <dsp:nvSpPr>
        <dsp:cNvPr id="0" name=""/>
        <dsp:cNvSpPr/>
      </dsp:nvSpPr>
      <dsp:spPr>
        <a:xfrm>
          <a:off x="3036093" y="491"/>
          <a:ext cx="2055812" cy="102790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latin typeface="+mn-lt"/>
            </a:rPr>
            <a:t>Minimalist UI design</a:t>
          </a:r>
        </a:p>
      </dsp:txBody>
      <dsp:txXfrm>
        <a:off x="3086271" y="50669"/>
        <a:ext cx="1955456" cy="927550"/>
      </dsp:txXfrm>
    </dsp:sp>
    <dsp:sp modelId="{27975F52-93D2-47F7-9995-3705738BB63C}">
      <dsp:nvSpPr>
        <dsp:cNvPr id="0" name=""/>
        <dsp:cNvSpPr/>
      </dsp:nvSpPr>
      <dsp:spPr>
        <a:xfrm>
          <a:off x="4936922" y="1097936"/>
          <a:ext cx="2055812" cy="102790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Split Layout</a:t>
          </a:r>
        </a:p>
      </dsp:txBody>
      <dsp:txXfrm>
        <a:off x="4987100" y="1148114"/>
        <a:ext cx="1955456" cy="927550"/>
      </dsp:txXfrm>
    </dsp:sp>
    <dsp:sp modelId="{3A4EA327-4374-4545-9DF7-E8E28805218B}">
      <dsp:nvSpPr>
        <dsp:cNvPr id="0" name=""/>
        <dsp:cNvSpPr/>
      </dsp:nvSpPr>
      <dsp:spPr>
        <a:xfrm>
          <a:off x="4936922" y="3292824"/>
          <a:ext cx="2055812" cy="102790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Platform Selector Dropdown</a:t>
          </a:r>
        </a:p>
      </dsp:txBody>
      <dsp:txXfrm>
        <a:off x="4987100" y="3343002"/>
        <a:ext cx="1955456" cy="927550"/>
      </dsp:txXfrm>
    </dsp:sp>
    <dsp:sp modelId="{9FE5C19B-0447-43F7-8A5F-18BB940996AD}">
      <dsp:nvSpPr>
        <dsp:cNvPr id="0" name=""/>
        <dsp:cNvSpPr/>
      </dsp:nvSpPr>
      <dsp:spPr>
        <a:xfrm>
          <a:off x="3036093" y="4390268"/>
          <a:ext cx="2055812" cy="102790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Reusable Backend Proxy</a:t>
          </a:r>
        </a:p>
      </dsp:txBody>
      <dsp:txXfrm>
        <a:off x="3086271" y="4440446"/>
        <a:ext cx="1955456" cy="927550"/>
      </dsp:txXfrm>
    </dsp:sp>
    <dsp:sp modelId="{C0326EC5-8D05-40CC-B32F-80E06C70A2DD}">
      <dsp:nvSpPr>
        <dsp:cNvPr id="0" name=""/>
        <dsp:cNvSpPr/>
      </dsp:nvSpPr>
      <dsp:spPr>
        <a:xfrm>
          <a:off x="1135264" y="3292824"/>
          <a:ext cx="2055812" cy="102790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Real time Response Display</a:t>
          </a:r>
        </a:p>
      </dsp:txBody>
      <dsp:txXfrm>
        <a:off x="1185442" y="3343002"/>
        <a:ext cx="1955456" cy="927550"/>
      </dsp:txXfrm>
    </dsp:sp>
    <dsp:sp modelId="{4EFAD0C4-4A37-4067-B7A6-90ED0F6F6513}">
      <dsp:nvSpPr>
        <dsp:cNvPr id="0" name=""/>
        <dsp:cNvSpPr/>
      </dsp:nvSpPr>
      <dsp:spPr>
        <a:xfrm>
          <a:off x="1135264" y="1097936"/>
          <a:ext cx="2055812" cy="102790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Modular Code Structure</a:t>
          </a:r>
        </a:p>
      </dsp:txBody>
      <dsp:txXfrm>
        <a:off x="1185442" y="1148114"/>
        <a:ext cx="1955456" cy="9275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2FA99-BC0F-41A2-9CF9-1BC192AF5E2E}">
      <dsp:nvSpPr>
        <dsp:cNvPr id="0" name=""/>
        <dsp:cNvSpPr/>
      </dsp:nvSpPr>
      <dsp:spPr>
        <a:xfrm>
          <a:off x="0" y="406773"/>
          <a:ext cx="742418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CC099-BC69-480B-8ECB-126FB3532E91}">
      <dsp:nvSpPr>
        <dsp:cNvPr id="0" name=""/>
        <dsp:cNvSpPr/>
      </dsp:nvSpPr>
      <dsp:spPr>
        <a:xfrm>
          <a:off x="371209" y="52533"/>
          <a:ext cx="5196932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432" tIns="0" rIns="1964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API Access Limitations</a:t>
          </a:r>
        </a:p>
      </dsp:txBody>
      <dsp:txXfrm>
        <a:off x="405794" y="87118"/>
        <a:ext cx="5127762" cy="639310"/>
      </dsp:txXfrm>
    </dsp:sp>
    <dsp:sp modelId="{612A9D00-DD37-4B85-98D2-EFE2AAE98289}">
      <dsp:nvSpPr>
        <dsp:cNvPr id="0" name=""/>
        <dsp:cNvSpPr/>
      </dsp:nvSpPr>
      <dsp:spPr>
        <a:xfrm>
          <a:off x="0" y="1495413"/>
          <a:ext cx="742418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308FF1-3787-44E4-B84B-5194D85C4D10}">
      <dsp:nvSpPr>
        <dsp:cNvPr id="0" name=""/>
        <dsp:cNvSpPr/>
      </dsp:nvSpPr>
      <dsp:spPr>
        <a:xfrm>
          <a:off x="371209" y="1141173"/>
          <a:ext cx="5196932" cy="7084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432" tIns="0" rIns="1964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Integrating Multiple Platforms</a:t>
          </a:r>
        </a:p>
      </dsp:txBody>
      <dsp:txXfrm>
        <a:off x="405794" y="1175758"/>
        <a:ext cx="5127762" cy="639310"/>
      </dsp:txXfrm>
    </dsp:sp>
    <dsp:sp modelId="{3EE20007-44E0-40F3-8EF4-061DA2537813}">
      <dsp:nvSpPr>
        <dsp:cNvPr id="0" name=""/>
        <dsp:cNvSpPr/>
      </dsp:nvSpPr>
      <dsp:spPr>
        <a:xfrm>
          <a:off x="0" y="2584053"/>
          <a:ext cx="742418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FC91C-9E8D-40E2-8787-0293A6EA9C00}">
      <dsp:nvSpPr>
        <dsp:cNvPr id="0" name=""/>
        <dsp:cNvSpPr/>
      </dsp:nvSpPr>
      <dsp:spPr>
        <a:xfrm>
          <a:off x="371209" y="2229813"/>
          <a:ext cx="5196932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432" tIns="0" rIns="1964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UI Complexity</a:t>
          </a:r>
        </a:p>
      </dsp:txBody>
      <dsp:txXfrm>
        <a:off x="405794" y="2264398"/>
        <a:ext cx="5127762" cy="639310"/>
      </dsp:txXfrm>
    </dsp:sp>
    <dsp:sp modelId="{C819076F-D55D-402F-98AD-D0DA8F24A3CC}">
      <dsp:nvSpPr>
        <dsp:cNvPr id="0" name=""/>
        <dsp:cNvSpPr/>
      </dsp:nvSpPr>
      <dsp:spPr>
        <a:xfrm>
          <a:off x="0" y="3672693"/>
          <a:ext cx="742418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62558-BC7D-4BE1-B0B1-5292665C853B}">
      <dsp:nvSpPr>
        <dsp:cNvPr id="0" name=""/>
        <dsp:cNvSpPr/>
      </dsp:nvSpPr>
      <dsp:spPr>
        <a:xfrm>
          <a:off x="371209" y="3318453"/>
          <a:ext cx="5196932" cy="708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432" tIns="0" rIns="1964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Mobile Optimization</a:t>
          </a:r>
        </a:p>
      </dsp:txBody>
      <dsp:txXfrm>
        <a:off x="405794" y="3353038"/>
        <a:ext cx="5127762" cy="639310"/>
      </dsp:txXfrm>
    </dsp:sp>
    <dsp:sp modelId="{DA8C6ECF-C5CA-424E-A9C1-14CB284C871C}">
      <dsp:nvSpPr>
        <dsp:cNvPr id="0" name=""/>
        <dsp:cNvSpPr/>
      </dsp:nvSpPr>
      <dsp:spPr>
        <a:xfrm>
          <a:off x="0" y="4761333"/>
          <a:ext cx="742418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653F1-42D0-4EC8-81CE-D1FFA8FE839E}">
      <dsp:nvSpPr>
        <dsp:cNvPr id="0" name=""/>
        <dsp:cNvSpPr/>
      </dsp:nvSpPr>
      <dsp:spPr>
        <a:xfrm>
          <a:off x="371209" y="4407093"/>
          <a:ext cx="5196932" cy="7084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432" tIns="0" rIns="1964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Real-Time Fetching</a:t>
          </a:r>
        </a:p>
      </dsp:txBody>
      <dsp:txXfrm>
        <a:off x="405794" y="4441678"/>
        <a:ext cx="5127762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DDC92E-1D77-4337-81D0-442E9687D4A3}">
      <dsp:nvSpPr>
        <dsp:cNvPr id="0" name=""/>
        <dsp:cNvSpPr/>
      </dsp:nvSpPr>
      <dsp:spPr>
        <a:xfrm>
          <a:off x="-5877553" y="-899491"/>
          <a:ext cx="6997186" cy="6997186"/>
        </a:xfrm>
        <a:prstGeom prst="blockArc">
          <a:avLst>
            <a:gd name="adj1" fmla="val 18900000"/>
            <a:gd name="adj2" fmla="val 2700000"/>
            <a:gd name="adj3" fmla="val 309"/>
          </a:avLst>
        </a:pr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17218E-57D0-47E9-9EB3-EF6753C4A7FD}">
      <dsp:nvSpPr>
        <dsp:cNvPr id="0" name=""/>
        <dsp:cNvSpPr/>
      </dsp:nvSpPr>
      <dsp:spPr>
        <a:xfrm>
          <a:off x="417090" y="273737"/>
          <a:ext cx="8925357" cy="547266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439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Image-Based Question Support</a:t>
          </a:r>
          <a:endParaRPr lang="en-IN" sz="2800" kern="1200" dirty="0"/>
        </a:p>
      </dsp:txBody>
      <dsp:txXfrm>
        <a:off x="417090" y="273737"/>
        <a:ext cx="8925357" cy="547266"/>
      </dsp:txXfrm>
    </dsp:sp>
    <dsp:sp modelId="{265C0BA9-0812-4465-973D-B5FF647C2629}">
      <dsp:nvSpPr>
        <dsp:cNvPr id="0" name=""/>
        <dsp:cNvSpPr/>
      </dsp:nvSpPr>
      <dsp:spPr>
        <a:xfrm>
          <a:off x="75048" y="205329"/>
          <a:ext cx="684083" cy="6840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3ECA112-18D3-42F6-AA73-C653F931E98E}">
      <dsp:nvSpPr>
        <dsp:cNvPr id="0" name=""/>
        <dsp:cNvSpPr/>
      </dsp:nvSpPr>
      <dsp:spPr>
        <a:xfrm>
          <a:off x="867254" y="1094533"/>
          <a:ext cx="8475192" cy="547266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34164"/>
                <a:satOff val="-3267"/>
                <a:lumOff val="142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34164"/>
                <a:satOff val="-3267"/>
                <a:lumOff val="142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34164"/>
                <a:satOff val="-3267"/>
                <a:lumOff val="142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439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SmartSelect API Key System</a:t>
          </a:r>
        </a:p>
      </dsp:txBody>
      <dsp:txXfrm>
        <a:off x="867254" y="1094533"/>
        <a:ext cx="8475192" cy="547266"/>
      </dsp:txXfrm>
    </dsp:sp>
    <dsp:sp modelId="{97250B45-9B20-40A9-8896-5C3B9C821F73}">
      <dsp:nvSpPr>
        <dsp:cNvPr id="0" name=""/>
        <dsp:cNvSpPr/>
      </dsp:nvSpPr>
      <dsp:spPr>
        <a:xfrm>
          <a:off x="525213" y="1026125"/>
          <a:ext cx="684083" cy="6840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134164"/>
              <a:satOff val="-3267"/>
              <a:lumOff val="1429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B715697-10D5-4037-8E68-814A4E6D7BCE}">
      <dsp:nvSpPr>
        <dsp:cNvPr id="0" name=""/>
        <dsp:cNvSpPr/>
      </dsp:nvSpPr>
      <dsp:spPr>
        <a:xfrm>
          <a:off x="1073103" y="1915330"/>
          <a:ext cx="8269344" cy="547266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268329"/>
                <a:satOff val="-6535"/>
                <a:lumOff val="2859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68329"/>
                <a:satOff val="-6535"/>
                <a:lumOff val="2859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68329"/>
                <a:satOff val="-6535"/>
                <a:lumOff val="2859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439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Voice Input &amp; Response</a:t>
          </a:r>
        </a:p>
      </dsp:txBody>
      <dsp:txXfrm>
        <a:off x="1073103" y="1915330"/>
        <a:ext cx="8269344" cy="547266"/>
      </dsp:txXfrm>
    </dsp:sp>
    <dsp:sp modelId="{FF0B85AF-C237-43A3-8A74-70B5FAC73C16}">
      <dsp:nvSpPr>
        <dsp:cNvPr id="0" name=""/>
        <dsp:cNvSpPr/>
      </dsp:nvSpPr>
      <dsp:spPr>
        <a:xfrm>
          <a:off x="731062" y="1846921"/>
          <a:ext cx="684083" cy="6840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268329"/>
              <a:satOff val="-6535"/>
              <a:lumOff val="28597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EA906A4-9E1C-45F0-904A-9A8C1E594B85}">
      <dsp:nvSpPr>
        <dsp:cNvPr id="0" name=""/>
        <dsp:cNvSpPr/>
      </dsp:nvSpPr>
      <dsp:spPr>
        <a:xfrm>
          <a:off x="1073103" y="2735606"/>
          <a:ext cx="8269344" cy="547266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402493"/>
                <a:satOff val="-9802"/>
                <a:lumOff val="428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402493"/>
                <a:satOff val="-9802"/>
                <a:lumOff val="428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402493"/>
                <a:satOff val="-9802"/>
                <a:lumOff val="428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439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Answer Analytics Dashboard</a:t>
          </a:r>
        </a:p>
      </dsp:txBody>
      <dsp:txXfrm>
        <a:off x="1073103" y="2735606"/>
        <a:ext cx="8269344" cy="547266"/>
      </dsp:txXfrm>
    </dsp:sp>
    <dsp:sp modelId="{DBED0BCF-C6CB-49E8-8B8F-AFE0107C3375}">
      <dsp:nvSpPr>
        <dsp:cNvPr id="0" name=""/>
        <dsp:cNvSpPr/>
      </dsp:nvSpPr>
      <dsp:spPr>
        <a:xfrm>
          <a:off x="731062" y="2667198"/>
          <a:ext cx="684083" cy="6840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402493"/>
              <a:satOff val="-9802"/>
              <a:lumOff val="42896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2267E89-4018-4788-A115-D752C5350B45}">
      <dsp:nvSpPr>
        <dsp:cNvPr id="0" name=""/>
        <dsp:cNvSpPr/>
      </dsp:nvSpPr>
      <dsp:spPr>
        <a:xfrm>
          <a:off x="867254" y="3556403"/>
          <a:ext cx="8475192" cy="547266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268329"/>
                <a:satOff val="-6535"/>
                <a:lumOff val="2859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68329"/>
                <a:satOff val="-6535"/>
                <a:lumOff val="2859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68329"/>
                <a:satOff val="-6535"/>
                <a:lumOff val="2859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439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Multilingual Support</a:t>
          </a:r>
        </a:p>
      </dsp:txBody>
      <dsp:txXfrm>
        <a:off x="867254" y="3556403"/>
        <a:ext cx="8475192" cy="547266"/>
      </dsp:txXfrm>
    </dsp:sp>
    <dsp:sp modelId="{16C8ED09-DEA6-4359-81A8-C6D3A50CAC6D}">
      <dsp:nvSpPr>
        <dsp:cNvPr id="0" name=""/>
        <dsp:cNvSpPr/>
      </dsp:nvSpPr>
      <dsp:spPr>
        <a:xfrm>
          <a:off x="525213" y="3487994"/>
          <a:ext cx="684083" cy="6840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268329"/>
              <a:satOff val="-6535"/>
              <a:lumOff val="28597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8E02A83-F2F6-4237-A6ED-4BCE851288E5}">
      <dsp:nvSpPr>
        <dsp:cNvPr id="0" name=""/>
        <dsp:cNvSpPr/>
      </dsp:nvSpPr>
      <dsp:spPr>
        <a:xfrm>
          <a:off x="417090" y="4377199"/>
          <a:ext cx="8925357" cy="547266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34164"/>
                <a:satOff val="-3267"/>
                <a:lumOff val="142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34164"/>
                <a:satOff val="-3267"/>
                <a:lumOff val="142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34164"/>
                <a:satOff val="-3267"/>
                <a:lumOff val="142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439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AI Answer Ranking Engine</a:t>
          </a:r>
        </a:p>
      </dsp:txBody>
      <dsp:txXfrm>
        <a:off x="417090" y="4377199"/>
        <a:ext cx="8925357" cy="547266"/>
      </dsp:txXfrm>
    </dsp:sp>
    <dsp:sp modelId="{EBB13E32-E9A0-452E-AACC-34933B7758AA}">
      <dsp:nvSpPr>
        <dsp:cNvPr id="0" name=""/>
        <dsp:cNvSpPr/>
      </dsp:nvSpPr>
      <dsp:spPr>
        <a:xfrm>
          <a:off x="75048" y="4308791"/>
          <a:ext cx="684083" cy="6840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134164"/>
              <a:satOff val="-3267"/>
              <a:lumOff val="1429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B12EE8-FB19-D6EE-18D4-DD6BFA222D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E4A1E-A36E-70D6-7547-A48BADEC93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507A3-FA94-42DE-90B1-6DE12285825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A4929-FA92-5A7C-6DD6-A5C0F5DCC4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E0247-C5E2-F683-6413-C5B1CFC65B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9BAE7-B968-444B-9E34-7A56E8352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0069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01CAC-E7FA-4C4C-9DC1-3D956BA9EB6A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ED508-37DC-4E90-B762-FBCC81326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46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9227-C9BB-2451-9021-C2D55360C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10911E-B66C-C365-AF7B-B05906BB2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7B477-1B1E-A27F-C4C1-3344ACFF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173C1-C22F-D7BF-5FD9-988B7C98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3A028-6A8B-475B-4224-0D3B3795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707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4254-37C1-D5E5-A7E7-729F67CE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4168-B3C0-469C-A7CB-6D8F5A4D9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346E9-ABE5-7902-01CC-34354966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7D83B-88E8-B256-EC1D-732487CF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5CB83-C726-C8CC-2599-481ECB08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4418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6630-65EE-5E81-1793-C5B66762C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0B5E9-F61C-12F3-E98D-7D9FE81C2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A45C6-F7EC-6EAB-3EBF-E5916200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5184D-9A48-2880-C87C-5446D497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6DC12-357A-9159-A67C-82CE23F4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1702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A662-61E0-3315-0034-312D503E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DBD8E-5A67-4CD6-5BBA-EF5781164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231C7-54F3-B3BF-FBB9-EB03CD341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30F5E-A6C3-9B35-7B80-7F5237875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FE3D1-4A99-9912-A5D6-0A2941E6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6CBD0-778C-B90E-BDDD-D16FF464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5588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DE6A-0E9C-A557-ADFE-BAD89D86A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361EF-6850-5BE5-34D7-41CB2EB87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CCAF8-ED91-E33E-7C2A-41FA7FD87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89E6D-934A-17DE-118A-CC5E54DDA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3B8F4-D8A2-15B9-3C8A-80A60F68C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C8E08-E8F2-D3DD-BD22-F13AAA6A5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60A18-5A0A-36F0-9121-21B3BAEA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DA68E-2F05-6088-4241-06DBBDCF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1004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5A28-D53C-1426-4C2A-81F080E1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98F04-4EB1-5EE3-2C02-19489FA4B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CCAB5-CB4B-61F3-0F48-D1C375D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94574-6070-2D4B-5149-E88F0098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2008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23EDBC-ABC9-FED8-3457-FDD52E62F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33D72-4F89-EB8A-1921-CD0D523A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B9883-9CAA-1AB4-9777-BD75AE80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7193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4959-6B00-B2D3-EFAB-8727C045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E3C4-2284-AA65-C453-B554F8A7C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EDB0B-44E7-BF07-6E31-FE949AFF6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BB1FB-3BDA-D654-296A-6422FCA2E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A3153-4257-4F80-918E-252FA617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1BE66-4517-821E-FEFE-57E985A6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0287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480CF-D8AF-C1BA-A1D0-483B2A6D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7DD6B-BA53-E5B4-AC92-F9DAEA93E4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E64F7-121D-8F53-569A-1AFADD16B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317B1-505F-97F4-CC22-8AF0FFF3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45AC6-8B09-B857-D872-27E1F9A7E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BC6AE-6B71-15B6-00E7-F8D8C10C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0103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8FBA-DCB5-4323-32FB-9C7BD110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1B36E-93F3-0226-06DF-5E4C05E65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50ABF-342B-3D44-9144-FBC9B46F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9D73E-6A11-6C78-5414-9A5E7322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C7C8F-6E91-7DF5-5FE9-65140C497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4042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E2B2C-B02D-143A-3CA8-676C753F5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ED94C-9D6E-FB26-8F39-55872FB4F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0D340-9B13-C6CD-27C2-19C0F7C5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2914B-0D20-A82D-0F59-5E2CD9008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2D6C7-AD2D-FB51-CC57-2033A716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692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4512E-EADC-3369-4E70-50FCDEF5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9B710-F130-95F8-D290-9ACBEAB40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5AC54-9F14-355A-B11C-4F4898C6E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B7461-22A9-447A-B500-DDA73D1502C1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0A47D-E923-D8CF-1076-0DCA80D94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C0BCE-3067-7B21-9ED2-135CE1FA9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EFF9B-3513-48A2-9FC4-9BC34F67B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65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6DE110-1460-2834-2FD4-909079268B1C}"/>
              </a:ext>
            </a:extLst>
          </p:cNvPr>
          <p:cNvSpPr txBox="1"/>
          <p:nvPr/>
        </p:nvSpPr>
        <p:spPr>
          <a:xfrm>
            <a:off x="3702570" y="635988"/>
            <a:ext cx="6463407" cy="1015663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IN" sz="6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SmartSelect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B16A2-A61D-240A-2852-1CDBBEA78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623" y="471466"/>
            <a:ext cx="1586753" cy="13447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B0A5B3-6893-A26C-E023-4FAEF87D4091}"/>
              </a:ext>
            </a:extLst>
          </p:cNvPr>
          <p:cNvSpPr txBox="1"/>
          <p:nvPr/>
        </p:nvSpPr>
        <p:spPr>
          <a:xfrm>
            <a:off x="3048000" y="215215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A Unified AI Answer Comparison Tool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25D12F-82FC-F436-5919-A5502B98B415}"/>
              </a:ext>
            </a:extLst>
          </p:cNvPr>
          <p:cNvSpPr txBox="1"/>
          <p:nvPr/>
        </p:nvSpPr>
        <p:spPr>
          <a:xfrm>
            <a:off x="2850776" y="3320312"/>
            <a:ext cx="9308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“Ask once. Compare answers from multiple AIs.”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B1342-C435-E6D3-7856-114869E86234}"/>
              </a:ext>
            </a:extLst>
          </p:cNvPr>
          <p:cNvSpPr txBox="1"/>
          <p:nvPr/>
        </p:nvSpPr>
        <p:spPr>
          <a:xfrm>
            <a:off x="6096000" y="5006715"/>
            <a:ext cx="58211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Rounded MT Bold" panose="020F0704030504030204" pitchFamily="34" charset="0"/>
              </a:rPr>
              <a:t>Presented by :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Adi Vinay Bodapati</a:t>
            </a:r>
            <a:endParaRPr lang="en-IN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/>
              <a:t> </a:t>
            </a:r>
            <a:endParaRPr lang="en-IN" dirty="0">
              <a:latin typeface="Bahnschrift SemiBold" panose="020B050204020402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3449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A1E146-E1D0-08A4-514C-C5F728AC604B}"/>
              </a:ext>
            </a:extLst>
          </p:cNvPr>
          <p:cNvSpPr txBox="1"/>
          <p:nvPr/>
        </p:nvSpPr>
        <p:spPr>
          <a:xfrm>
            <a:off x="614597" y="479686"/>
            <a:ext cx="60260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Introduction to SmartSelect</a:t>
            </a:r>
            <a:r>
              <a:rPr lang="en-IN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: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E40A6-7F88-F8C1-EACB-A0C924F13BFC}"/>
              </a:ext>
            </a:extLst>
          </p:cNvPr>
          <p:cNvSpPr txBox="1"/>
          <p:nvPr/>
        </p:nvSpPr>
        <p:spPr>
          <a:xfrm>
            <a:off x="1184223" y="1401501"/>
            <a:ext cx="9503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What is SmartSelect?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22540-4A05-455E-5B6D-6A42168B545C}"/>
              </a:ext>
            </a:extLst>
          </p:cNvPr>
          <p:cNvSpPr txBox="1"/>
          <p:nvPr/>
        </p:nvSpPr>
        <p:spPr>
          <a:xfrm>
            <a:off x="1289154" y="2293495"/>
            <a:ext cx="8769246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ahnschrift SemiBold" panose="020B0502040204020203" pitchFamily="34" charset="0"/>
              </a:rPr>
              <a:t>SmartSelect</a:t>
            </a:r>
            <a:r>
              <a:rPr lang="en-US" dirty="0">
                <a:latin typeface="Bahnschrift SemiBold" panose="020B0502040204020203" pitchFamily="34" charset="0"/>
              </a:rPr>
              <a:t> is a unified AI platform that allows users to type one question and get answers from multiple AI systems — like ChatGPT, Gemini, Copilot, and Grok — all on a single screen.</a:t>
            </a:r>
            <a:endParaRPr lang="en-IN" dirty="0"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FF396-06DF-B3BB-6DA4-7776551296E2}"/>
              </a:ext>
            </a:extLst>
          </p:cNvPr>
          <p:cNvSpPr txBox="1"/>
          <p:nvPr/>
        </p:nvSpPr>
        <p:spPr>
          <a:xfrm>
            <a:off x="1184223" y="3717561"/>
            <a:ext cx="4766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Why was it created?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7976B8-8E10-3C64-81B0-111CA2A762AB}"/>
              </a:ext>
            </a:extLst>
          </p:cNvPr>
          <p:cNvSpPr txBox="1"/>
          <p:nvPr/>
        </p:nvSpPr>
        <p:spPr>
          <a:xfrm>
            <a:off x="1289154" y="4691921"/>
            <a:ext cx="8574374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Different AI platforms give different answers. </a:t>
            </a:r>
            <a:r>
              <a:rPr lang="en-US" dirty="0" err="1">
                <a:latin typeface="Bahnschrift SemiBold" panose="020B0502040204020203" pitchFamily="34" charset="0"/>
              </a:rPr>
              <a:t>SmartSelect</a:t>
            </a:r>
            <a:r>
              <a:rPr lang="en-US" dirty="0">
                <a:latin typeface="Bahnschrift SemiBold" panose="020B0502040204020203" pitchFamily="34" charset="0"/>
              </a:rPr>
              <a:t> helps users quickly compare and select the best response without switching between apps or tabs.</a:t>
            </a:r>
            <a:endParaRPr lang="en-IN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3654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042A9E-11D2-8304-1F7F-3AB011A602E6}"/>
              </a:ext>
            </a:extLst>
          </p:cNvPr>
          <p:cNvSpPr txBox="1"/>
          <p:nvPr/>
        </p:nvSpPr>
        <p:spPr>
          <a:xfrm>
            <a:off x="644577" y="509666"/>
            <a:ext cx="737516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Problem Statement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B2D09-5480-606F-4D2A-471945CDCF7E}"/>
              </a:ext>
            </a:extLst>
          </p:cNvPr>
          <p:cNvSpPr txBox="1"/>
          <p:nvPr/>
        </p:nvSpPr>
        <p:spPr>
          <a:xfrm>
            <a:off x="779490" y="1371440"/>
            <a:ext cx="48568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Users often rely on multiple AI platforms to get answers.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Rounded MT Bold" panose="020F0704030504030204" pitchFamily="34" charset="0"/>
              </a:rPr>
              <a:t>Switching between tools like ChatGPT , Gemini , Copilot , and Grok is time –consuming.</a:t>
            </a:r>
          </a:p>
          <a:p>
            <a:endParaRPr lang="en-IN" dirty="0"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Rounded MT Bold" panose="020F0704030504030204" pitchFamily="34" charset="0"/>
              </a:rPr>
              <a:t>No single place to compare responses side by side</a:t>
            </a:r>
          </a:p>
          <a:p>
            <a:endParaRPr lang="en-IN" dirty="0"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Rounded MT Bold" panose="020F0704030504030204" pitchFamily="34" charset="0"/>
              </a:rPr>
              <a:t>Lack of clarity on which AI gives the best or most relevant answer for a given query</a:t>
            </a:r>
            <a:r>
              <a:rPr lang="en-IN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4E3B94-10F8-6397-57CA-53672069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700" y="940553"/>
            <a:ext cx="5036695" cy="323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273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7182E-ECBF-9EE7-5CC6-A9A70DFC4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52" y="577188"/>
            <a:ext cx="11424322" cy="570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507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F1C0E9-2D7C-1EFF-EA0A-97B17A1F930E}"/>
              </a:ext>
            </a:extLst>
          </p:cNvPr>
          <p:cNvSpPr txBox="1"/>
          <p:nvPr/>
        </p:nvSpPr>
        <p:spPr>
          <a:xfrm>
            <a:off x="565266" y="133004"/>
            <a:ext cx="95928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Project Objectives / Key Features</a:t>
            </a:r>
          </a:p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797A25-9CD5-7149-3CF7-EC3FE6ECD6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03" r="6748"/>
          <a:stretch>
            <a:fillRect/>
          </a:stretch>
        </p:blipFill>
        <p:spPr>
          <a:xfrm>
            <a:off x="902624" y="861774"/>
            <a:ext cx="9592888" cy="574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436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55512E-E108-2EBB-D87E-5F099809A39A}"/>
              </a:ext>
            </a:extLst>
          </p:cNvPr>
          <p:cNvSpPr txBox="1"/>
          <p:nvPr/>
        </p:nvSpPr>
        <p:spPr>
          <a:xfrm>
            <a:off x="972589" y="332509"/>
            <a:ext cx="99420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How SmartSelect Works?</a:t>
            </a:r>
          </a:p>
          <a:p>
            <a:endParaRPr lang="en-IN" dirty="0"/>
          </a:p>
        </p:txBody>
      </p:sp>
      <p:sp>
        <p:nvSpPr>
          <p:cNvPr id="5" name="AutoShape 2" descr="Uploaded image">
            <a:extLst>
              <a:ext uri="{FF2B5EF4-FFF2-40B4-BE49-F238E27FC236}">
                <a16:creationId xmlns:a16="http://schemas.microsoft.com/office/drawing/2014/main" id="{46B60976-446A-364C-5C02-D4B910AC66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7A76B55-211A-9284-4024-7FC6A8393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1696715"/>
              </p:ext>
            </p:extLst>
          </p:nvPr>
        </p:nvGraphicFramePr>
        <p:xfrm>
          <a:off x="318654" y="1812174"/>
          <a:ext cx="11554691" cy="4422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66386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9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376F8E-1A64-4438-1AAE-E31790444281}"/>
              </a:ext>
            </a:extLst>
          </p:cNvPr>
          <p:cNvSpPr txBox="1"/>
          <p:nvPr/>
        </p:nvSpPr>
        <p:spPr>
          <a:xfrm>
            <a:off x="-1036320" y="0"/>
            <a:ext cx="7132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Working Demo:</a:t>
            </a:r>
          </a:p>
        </p:txBody>
      </p:sp>
      <p:pic>
        <p:nvPicPr>
          <p:cNvPr id="3" name="WhatsApp Video 2025-07-07 at 15.53.12">
            <a:hlinkClick r:id="" action="ppaction://media"/>
            <a:extLst>
              <a:ext uri="{FF2B5EF4-FFF2-40B4-BE49-F238E27FC236}">
                <a16:creationId xmlns:a16="http://schemas.microsoft.com/office/drawing/2014/main" id="{F2AB5C43-45B9-2E58-1264-ECD04DC625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584775"/>
            <a:ext cx="12192000" cy="627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984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3E7636-6753-82B9-E377-34B005865CD8}"/>
              </a:ext>
            </a:extLst>
          </p:cNvPr>
          <p:cNvSpPr txBox="1"/>
          <p:nvPr/>
        </p:nvSpPr>
        <p:spPr>
          <a:xfrm>
            <a:off x="631767" y="232756"/>
            <a:ext cx="8578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Technical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5CAB1-80F8-8572-154D-DA9E482A8D4B}"/>
              </a:ext>
            </a:extLst>
          </p:cNvPr>
          <p:cNvSpPr txBox="1"/>
          <p:nvPr/>
        </p:nvSpPr>
        <p:spPr>
          <a:xfrm>
            <a:off x="1030776" y="1443125"/>
            <a:ext cx="3890358" cy="166199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rgbClr val="C00000"/>
                </a:solidFill>
                <a:latin typeface="Bahnschrift SemiBold" panose="020B0502040204020203" pitchFamily="34" charset="0"/>
              </a:rPr>
              <a:t>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HTML5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CSS3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JavaScript (Vanilla JS)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6DB4A-6C62-42A3-D668-28C527FD88D9}"/>
              </a:ext>
            </a:extLst>
          </p:cNvPr>
          <p:cNvSpPr txBox="1"/>
          <p:nvPr/>
        </p:nvSpPr>
        <p:spPr>
          <a:xfrm>
            <a:off x="5962997" y="935495"/>
            <a:ext cx="4200699" cy="20005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C00000"/>
                </a:solidFill>
                <a:latin typeface="Bahnschrift SemiBold" panose="020B0502040204020203" pitchFamily="34" charset="0"/>
              </a:rPr>
              <a:t>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Node.js (Proxy Server)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Express.js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API integration with platforms like </a:t>
            </a:r>
            <a:r>
              <a:rPr lang="en-IN" sz="2000" dirty="0" err="1">
                <a:latin typeface="Bahnschrift Light" panose="020B0502040204020203" pitchFamily="34" charset="0"/>
              </a:rPr>
              <a:t>OpenRouter</a:t>
            </a:r>
            <a:r>
              <a:rPr lang="en-IN" sz="2000" dirty="0">
                <a:latin typeface="Bahnschrift Light" panose="020B0502040204020203" pitchFamily="34" charset="0"/>
              </a:rPr>
              <a:t>, </a:t>
            </a:r>
            <a:r>
              <a:rPr lang="en-IN" sz="2000" dirty="0" err="1">
                <a:latin typeface="Bahnschrift Light" panose="020B0502040204020203" pitchFamily="34" charset="0"/>
              </a:rPr>
              <a:t>TogetherAI</a:t>
            </a:r>
            <a:r>
              <a:rPr lang="en-IN" sz="2000" dirty="0">
                <a:latin typeface="Bahnschrift Light" panose="020B0502040204020203" pitchFamily="34" charset="0"/>
              </a:rPr>
              <a:t>, </a:t>
            </a:r>
            <a:r>
              <a:rPr lang="en-IN" sz="2000" dirty="0" err="1">
                <a:latin typeface="Bahnschrift Light" panose="020B0502040204020203" pitchFamily="34" charset="0"/>
              </a:rPr>
              <a:t>Groq</a:t>
            </a:r>
            <a:endParaRPr lang="en-IN" sz="2000" dirty="0">
              <a:latin typeface="Bahnschrift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75729-65F3-CD61-4E99-DE6D5EF129BF}"/>
              </a:ext>
            </a:extLst>
          </p:cNvPr>
          <p:cNvSpPr txBox="1"/>
          <p:nvPr/>
        </p:nvSpPr>
        <p:spPr>
          <a:xfrm>
            <a:off x="864524" y="3840479"/>
            <a:ext cx="4688378" cy="166199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rgbClr val="C00000"/>
                </a:solidFill>
                <a:latin typeface="Bahnschrift SemiBold" panose="020B0502040204020203" pitchFamily="34" charset="0"/>
              </a:rPr>
              <a:t>Storage / Hosting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GitHub Pages (for static hosting)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WordPress (optional integration)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Bahnschrift Light" panose="020B0502040204020203" pitchFamily="34" charset="0"/>
              </a:rPr>
              <a:t>Vercel</a:t>
            </a:r>
            <a:r>
              <a:rPr lang="en-IN" sz="2000" dirty="0">
                <a:latin typeface="Bahnschrift Light" panose="020B0502040204020203" pitchFamily="34" charset="0"/>
              </a:rPr>
              <a:t> (backend proxy deployment)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41A19-E299-5103-9DF7-CD585E0438DD}"/>
              </a:ext>
            </a:extLst>
          </p:cNvPr>
          <p:cNvSpPr txBox="1"/>
          <p:nvPr/>
        </p:nvSpPr>
        <p:spPr>
          <a:xfrm>
            <a:off x="6334299" y="3532702"/>
            <a:ext cx="4688378" cy="19697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rgbClr val="C00000"/>
                </a:solidFill>
                <a:latin typeface="Bahnschrift SemiBold" panose="020B0502040204020203" pitchFamily="34" charset="0"/>
              </a:rPr>
              <a:t>APIs / Platforms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Google Gemini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ChatGPT (via </a:t>
            </a:r>
            <a:r>
              <a:rPr lang="en-IN" sz="2000" dirty="0" err="1">
                <a:latin typeface="Bahnschrift Light" panose="020B0502040204020203" pitchFamily="34" charset="0"/>
              </a:rPr>
              <a:t>TogetherAI</a:t>
            </a:r>
            <a:r>
              <a:rPr lang="en-IN" sz="2000" dirty="0">
                <a:latin typeface="Bahnschrift Light" panose="020B0502040204020203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Copilot (via Mistral)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Light" panose="020B0502040204020203" pitchFamily="34" charset="0"/>
              </a:rPr>
              <a:t>Grok (via </a:t>
            </a:r>
            <a:r>
              <a:rPr lang="en-IN" sz="2000" dirty="0" err="1">
                <a:latin typeface="Bahnschrift Light" panose="020B0502040204020203" pitchFamily="34" charset="0"/>
              </a:rPr>
              <a:t>Groq</a:t>
            </a:r>
            <a:r>
              <a:rPr lang="en-IN" sz="2000" dirty="0">
                <a:latin typeface="Bahnschrift Light" panose="020B0502040204020203" pitchFamily="34" charset="0"/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52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3505A-CCBB-DB46-231A-7DF9615BEE6C}"/>
              </a:ext>
            </a:extLst>
          </p:cNvPr>
          <p:cNvSpPr txBox="1"/>
          <p:nvPr/>
        </p:nvSpPr>
        <p:spPr>
          <a:xfrm>
            <a:off x="648392" y="199505"/>
            <a:ext cx="8828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Design Decisions: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F3A8A2F-B40F-92B8-0A34-AC9B30DE6C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7175523"/>
              </p:ext>
            </p:extLst>
          </p:nvPr>
        </p:nvGraphicFramePr>
        <p:xfrm>
          <a:off x="164592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90164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0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8095B7-6A23-2FAC-E870-7B727FB62924}"/>
              </a:ext>
            </a:extLst>
          </p:cNvPr>
          <p:cNvSpPr txBox="1"/>
          <p:nvPr/>
        </p:nvSpPr>
        <p:spPr>
          <a:xfrm>
            <a:off x="548640" y="209811"/>
            <a:ext cx="8163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Challenges Faced:</a:t>
            </a:r>
          </a:p>
        </p:txBody>
      </p:sp>
      <p:pic>
        <p:nvPicPr>
          <p:cNvPr id="6147" name="Picture 3" descr="Bootcamp challenges and how I have adapted in the last few weeks | by  Victor KARANGWA | Medium">
            <a:extLst>
              <a:ext uri="{FF2B5EF4-FFF2-40B4-BE49-F238E27FC236}">
                <a16:creationId xmlns:a16="http://schemas.microsoft.com/office/drawing/2014/main" id="{D9867328-ED0A-B85F-765A-B71B1D51FF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9" t="10285" r="4570" b="13881"/>
          <a:stretch>
            <a:fillRect/>
          </a:stretch>
        </p:blipFill>
        <p:spPr bwMode="auto">
          <a:xfrm>
            <a:off x="0" y="2266575"/>
            <a:ext cx="4843549" cy="2324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0D875C9-7A63-2D26-8C65-53BAC7E652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0858581"/>
              </p:ext>
            </p:extLst>
          </p:nvPr>
        </p:nvGraphicFramePr>
        <p:xfrm>
          <a:off x="4512887" y="794586"/>
          <a:ext cx="742418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743879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3D2A5-0537-FB21-EF85-B49129FD7D78}"/>
              </a:ext>
            </a:extLst>
          </p:cNvPr>
          <p:cNvSpPr txBox="1"/>
          <p:nvPr/>
        </p:nvSpPr>
        <p:spPr>
          <a:xfrm>
            <a:off x="648393" y="232757"/>
            <a:ext cx="102579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Future Enhancements: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ABA639-2DC3-FC62-2083-FAEA97D1F638}"/>
              </a:ext>
            </a:extLst>
          </p:cNvPr>
          <p:cNvSpPr txBox="1"/>
          <p:nvPr/>
        </p:nvSpPr>
        <p:spPr>
          <a:xfrm>
            <a:off x="897775" y="1260785"/>
            <a:ext cx="7182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2D6DC087-A7D4-819A-B8B7-1EAD50E269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1109851"/>
              </p:ext>
            </p:extLst>
          </p:nvPr>
        </p:nvGraphicFramePr>
        <p:xfrm>
          <a:off x="1230285" y="1260785"/>
          <a:ext cx="9415548" cy="5198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64982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CA1C7-B2AC-6460-2FC4-0B464749DF8D}"/>
              </a:ext>
            </a:extLst>
          </p:cNvPr>
          <p:cNvSpPr txBox="1"/>
          <p:nvPr/>
        </p:nvSpPr>
        <p:spPr>
          <a:xfrm>
            <a:off x="764771" y="349135"/>
            <a:ext cx="781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943C0-2FDF-B870-446B-34BF538E4958}"/>
              </a:ext>
            </a:extLst>
          </p:cNvPr>
          <p:cNvSpPr txBox="1"/>
          <p:nvPr/>
        </p:nvSpPr>
        <p:spPr>
          <a:xfrm>
            <a:off x="1130530" y="1104083"/>
            <a:ext cx="931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✅ </a:t>
            </a:r>
            <a:r>
              <a:rPr lang="en-US" sz="2400" b="1" dirty="0" err="1"/>
              <a:t>SmartSelect</a:t>
            </a:r>
            <a:r>
              <a:rPr lang="en-US" sz="2400" b="1" dirty="0"/>
              <a:t> simplifies AI-powered decision-making</a:t>
            </a:r>
            <a:r>
              <a:rPr lang="en-US" sz="2400" dirty="0"/>
              <a:t> by offering multiple platform responses in one view.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7F370-0B0B-6683-5DA4-29EB71CB92CD}"/>
              </a:ext>
            </a:extLst>
          </p:cNvPr>
          <p:cNvSpPr txBox="1"/>
          <p:nvPr/>
        </p:nvSpPr>
        <p:spPr>
          <a:xfrm>
            <a:off x="1130530" y="2213109"/>
            <a:ext cx="931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✅ It bridges the gap between AI models like </a:t>
            </a:r>
            <a:r>
              <a:rPr lang="en-US" sz="2400" b="1" dirty="0"/>
              <a:t>Gemini, ChatGPT, Copilot, and Grok</a:t>
            </a:r>
            <a:r>
              <a:rPr lang="en-US" sz="2400" dirty="0"/>
              <a:t> in a </a:t>
            </a:r>
            <a:r>
              <a:rPr lang="en-US" sz="2400" b="1" dirty="0"/>
              <a:t>single interface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85797-57B4-B1A7-FB3B-A5B9F92EAC9E}"/>
              </a:ext>
            </a:extLst>
          </p:cNvPr>
          <p:cNvSpPr txBox="1"/>
          <p:nvPr/>
        </p:nvSpPr>
        <p:spPr>
          <a:xfrm>
            <a:off x="1130530" y="3496225"/>
            <a:ext cx="9642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✅ Both </a:t>
            </a:r>
            <a:r>
              <a:rPr lang="en-US" sz="2400" b="1" dirty="0"/>
              <a:t>website and app</a:t>
            </a:r>
            <a:r>
              <a:rPr lang="en-US" sz="2400" dirty="0"/>
              <a:t> prototypes are developed and functional.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B9183-12E6-508F-2643-D1AC655E7F21}"/>
              </a:ext>
            </a:extLst>
          </p:cNvPr>
          <p:cNvSpPr txBox="1"/>
          <p:nvPr/>
        </p:nvSpPr>
        <p:spPr>
          <a:xfrm>
            <a:off x="1130529" y="4336325"/>
            <a:ext cx="9110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✅ The system enhances </a:t>
            </a:r>
            <a:r>
              <a:rPr lang="en-US" sz="2400" b="1" dirty="0"/>
              <a:t>user control, comparison, and trust</a:t>
            </a:r>
            <a:r>
              <a:rPr lang="en-US" sz="2400" dirty="0"/>
              <a:t> in AI-generated answers.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6241C-EFBF-336E-191D-B5C327C5939E}"/>
              </a:ext>
            </a:extLst>
          </p:cNvPr>
          <p:cNvSpPr txBox="1"/>
          <p:nvPr/>
        </p:nvSpPr>
        <p:spPr>
          <a:xfrm>
            <a:off x="1130530" y="5545758"/>
            <a:ext cx="91107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✅ </a:t>
            </a:r>
            <a:r>
              <a:rPr lang="en-US" sz="2400" dirty="0" err="1"/>
              <a:t>SmartSelect</a:t>
            </a:r>
            <a:r>
              <a:rPr lang="en-US" sz="2400" dirty="0"/>
              <a:t> is ready for </a:t>
            </a:r>
            <a:r>
              <a:rPr lang="en-US" sz="2400" b="1" dirty="0"/>
              <a:t>scaling</a:t>
            </a:r>
            <a:r>
              <a:rPr lang="en-US" sz="2400" dirty="0"/>
              <a:t> with future features like </a:t>
            </a:r>
            <a:r>
              <a:rPr lang="en-US" sz="2400" b="1" dirty="0"/>
              <a:t>voice input</a:t>
            </a:r>
            <a:r>
              <a:rPr lang="en-US" sz="2400" dirty="0"/>
              <a:t>, </a:t>
            </a:r>
            <a:r>
              <a:rPr lang="en-US" sz="2400" b="1" dirty="0"/>
              <a:t>image generation</a:t>
            </a:r>
            <a:r>
              <a:rPr lang="en-US" sz="2400" dirty="0"/>
              <a:t>, and </a:t>
            </a:r>
            <a:r>
              <a:rPr lang="en-US" sz="2400" b="1" dirty="0"/>
              <a:t>API integration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2659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Thank You!">
            <a:extLst>
              <a:ext uri="{FF2B5EF4-FFF2-40B4-BE49-F238E27FC236}">
                <a16:creationId xmlns:a16="http://schemas.microsoft.com/office/drawing/2014/main" id="{62BF021D-56FB-D431-E4D9-B4C67E1C4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242888"/>
            <a:ext cx="9525000" cy="637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1969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advClick="0" advTm="3000">
        <p15:prstTrans prst="pageCurlDouble"/>
      </p:transition>
    </mc:Choice>
    <mc:Fallback>
      <p:transition advClick="0" advTm="3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410</Words>
  <Application>Microsoft Office PowerPoint</Application>
  <PresentationFormat>Widescreen</PresentationFormat>
  <Paragraphs>69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Rounded MT Bold</vt:lpstr>
      <vt:lpstr>Bahnschrift Light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kumar</dc:creator>
  <cp:lastModifiedBy>siva kumar</cp:lastModifiedBy>
  <cp:revision>2</cp:revision>
  <dcterms:created xsi:type="dcterms:W3CDTF">2025-07-06T08:48:23Z</dcterms:created>
  <dcterms:modified xsi:type="dcterms:W3CDTF">2025-07-07T12:51:45Z</dcterms:modified>
</cp:coreProperties>
</file>